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5" r:id="rId4"/>
    <p:sldId id="266" r:id="rId5"/>
    <p:sldId id="272" r:id="rId6"/>
    <p:sldId id="273" r:id="rId7"/>
    <p:sldId id="271" r:id="rId8"/>
    <p:sldId id="267" r:id="rId9"/>
    <p:sldId id="268" r:id="rId10"/>
    <p:sldId id="259" r:id="rId11"/>
    <p:sldId id="261" r:id="rId12"/>
    <p:sldId id="269" r:id="rId13"/>
    <p:sldId id="270" r:id="rId14"/>
    <p:sldId id="276" r:id="rId15"/>
    <p:sldId id="277" r:id="rId16"/>
    <p:sldId id="2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228D44-87D4-5783-A8F8-304E739B7FF5}" v="2" dt="2025-02-04T17:47:36.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ondker, Misal S" userId="S::khondkms01@buffalostate.edu::363f249f-62ab-41c7-9784-115e62e19b06" providerId="AD" clId="Web-{4F9D7355-ED23-B9C6-C930-D7A4C853676D}"/>
    <pc:docChg chg="modSld">
      <pc:chgData name="Khondker, Misal S" userId="S::khondkms01@buffalostate.edu::363f249f-62ab-41c7-9784-115e62e19b06" providerId="AD" clId="Web-{4F9D7355-ED23-B9C6-C930-D7A4C853676D}" dt="2024-04-29T18:40:28.033" v="49" actId="14100"/>
      <pc:docMkLst>
        <pc:docMk/>
      </pc:docMkLst>
      <pc:sldChg chg="addSp delSp modSp mod setBg modClrScheme delDesignElem chgLayout">
        <pc:chgData name="Khondker, Misal S" userId="S::khondkms01@buffalostate.edu::363f249f-62ab-41c7-9784-115e62e19b06" providerId="AD" clId="Web-{4F9D7355-ED23-B9C6-C930-D7A4C853676D}" dt="2024-04-29T18:40:28.033" v="49" actId="14100"/>
        <pc:sldMkLst>
          <pc:docMk/>
          <pc:sldMk cId="2559103273" sldId="256"/>
        </pc:sldMkLst>
        <pc:spChg chg="mod ord">
          <ac:chgData name="Khondker, Misal S" userId="S::khondkms01@buffalostate.edu::363f249f-62ab-41c7-9784-115e62e19b06" providerId="AD" clId="Web-{4F9D7355-ED23-B9C6-C930-D7A4C853676D}" dt="2024-04-29T18:40:16.954" v="47"/>
          <ac:spMkLst>
            <pc:docMk/>
            <pc:sldMk cId="2559103273" sldId="256"/>
            <ac:spMk id="2" creationId="{6F209397-20ED-88B3-074A-82E849EBDF66}"/>
          </ac:spMkLst>
        </pc:spChg>
        <pc:spChg chg="mod ord">
          <ac:chgData name="Khondker, Misal S" userId="S::khondkms01@buffalostate.edu::363f249f-62ab-41c7-9784-115e62e19b06" providerId="AD" clId="Web-{4F9D7355-ED23-B9C6-C930-D7A4C853676D}" dt="2024-04-29T18:40:28.033" v="49" actId="14100"/>
          <ac:spMkLst>
            <pc:docMk/>
            <pc:sldMk cId="2559103273" sldId="256"/>
            <ac:spMk id="3" creationId="{0C0097E4-A373-0C2A-1E11-7FE5F2DBC1A1}"/>
          </ac:spMkLst>
        </pc:spChg>
        <pc:spChg chg="add del">
          <ac:chgData name="Khondker, Misal S" userId="S::khondkms01@buffalostate.edu::363f249f-62ab-41c7-9784-115e62e19b06" providerId="AD" clId="Web-{4F9D7355-ED23-B9C6-C930-D7A4C853676D}" dt="2024-04-29T18:25:01.511" v="18"/>
          <ac:spMkLst>
            <pc:docMk/>
            <pc:sldMk cId="2559103273" sldId="256"/>
            <ac:spMk id="8" creationId="{6F5A5072-7B47-4D32-B52A-4EBBF590B8A5}"/>
          </ac:spMkLst>
        </pc:spChg>
        <pc:spChg chg="add del">
          <ac:chgData name="Khondker, Misal S" userId="S::khondkms01@buffalostate.edu::363f249f-62ab-41c7-9784-115e62e19b06" providerId="AD" clId="Web-{4F9D7355-ED23-B9C6-C930-D7A4C853676D}" dt="2024-04-29T18:25:01.511" v="18"/>
          <ac:spMkLst>
            <pc:docMk/>
            <pc:sldMk cId="2559103273" sldId="256"/>
            <ac:spMk id="10" creationId="{9715DAF0-AE1B-46C9-8A6B-DB2AA05AB91D}"/>
          </ac:spMkLst>
        </pc:spChg>
        <pc:spChg chg="add del">
          <ac:chgData name="Khondker, Misal S" userId="S::khondkms01@buffalostate.edu::363f249f-62ab-41c7-9784-115e62e19b06" providerId="AD" clId="Web-{4F9D7355-ED23-B9C6-C930-D7A4C853676D}" dt="2024-04-29T18:25:01.511" v="18"/>
          <ac:spMkLst>
            <pc:docMk/>
            <pc:sldMk cId="2559103273" sldId="256"/>
            <ac:spMk id="12" creationId="{6016219D-510E-4184-9090-6D5578A87BD1}"/>
          </ac:spMkLst>
        </pc:spChg>
        <pc:spChg chg="add del">
          <ac:chgData name="Khondker, Misal S" userId="S::khondkms01@buffalostate.edu::363f249f-62ab-41c7-9784-115e62e19b06" providerId="AD" clId="Web-{4F9D7355-ED23-B9C6-C930-D7A4C853676D}" dt="2024-04-29T18:25:01.511" v="18"/>
          <ac:spMkLst>
            <pc:docMk/>
            <pc:sldMk cId="2559103273" sldId="256"/>
            <ac:spMk id="14" creationId="{AFF4A713-7B75-4B21-90D7-5AB19547C728}"/>
          </ac:spMkLst>
        </pc:spChg>
        <pc:spChg chg="add del">
          <ac:chgData name="Khondker, Misal S" userId="S::khondkms01@buffalostate.edu::363f249f-62ab-41c7-9784-115e62e19b06" providerId="AD" clId="Web-{4F9D7355-ED23-B9C6-C930-D7A4C853676D}" dt="2024-04-29T18:25:01.511" v="18"/>
          <ac:spMkLst>
            <pc:docMk/>
            <pc:sldMk cId="2559103273" sldId="256"/>
            <ac:spMk id="16" creationId="{DC631C0B-6DA6-4E57-8231-CE32B3434A7E}"/>
          </ac:spMkLst>
        </pc:spChg>
        <pc:spChg chg="add del">
          <ac:chgData name="Khondker, Misal S" userId="S::khondkms01@buffalostate.edu::363f249f-62ab-41c7-9784-115e62e19b06" providerId="AD" clId="Web-{4F9D7355-ED23-B9C6-C930-D7A4C853676D}" dt="2024-04-29T18:25:01.511" v="18"/>
          <ac:spMkLst>
            <pc:docMk/>
            <pc:sldMk cId="2559103273" sldId="256"/>
            <ac:spMk id="18" creationId="{C29501E6-A978-4A61-9689-9085AF97A53A}"/>
          </ac:spMkLst>
        </pc:spChg>
        <pc:spChg chg="add del">
          <ac:chgData name="Khondker, Misal S" userId="S::khondkms01@buffalostate.edu::363f249f-62ab-41c7-9784-115e62e19b06" providerId="AD" clId="Web-{4F9D7355-ED23-B9C6-C930-D7A4C853676D}" dt="2024-04-29T18:21:36.370" v="13"/>
          <ac:spMkLst>
            <pc:docMk/>
            <pc:sldMk cId="2559103273" sldId="256"/>
            <ac:spMk id="23" creationId="{43C48B49-6135-48B6-AC0F-97E5D8D1F03F}"/>
          </ac:spMkLst>
        </pc:spChg>
        <pc:spChg chg="add del">
          <ac:chgData name="Khondker, Misal S" userId="S::khondkms01@buffalostate.edu::363f249f-62ab-41c7-9784-115e62e19b06" providerId="AD" clId="Web-{4F9D7355-ED23-B9C6-C930-D7A4C853676D}" dt="2024-04-29T18:24:51.541" v="15"/>
          <ac:spMkLst>
            <pc:docMk/>
            <pc:sldMk cId="2559103273" sldId="256"/>
            <ac:spMk id="24" creationId="{9B7AD9F6-8CE7-4299-8FC6-328F4DCD3FF9}"/>
          </ac:spMkLst>
        </pc:spChg>
        <pc:spChg chg="add del">
          <ac:chgData name="Khondker, Misal S" userId="S::khondkms01@buffalostate.edu::363f249f-62ab-41c7-9784-115e62e19b06" providerId="AD" clId="Web-{4F9D7355-ED23-B9C6-C930-D7A4C853676D}" dt="2024-04-29T18:21:36.370" v="13"/>
          <ac:spMkLst>
            <pc:docMk/>
            <pc:sldMk cId="2559103273" sldId="256"/>
            <ac:spMk id="25" creationId="{9715DAF0-AE1B-46C9-8A6B-DB2AA05AB91D}"/>
          </ac:spMkLst>
        </pc:spChg>
        <pc:spChg chg="add del">
          <ac:chgData name="Khondker, Misal S" userId="S::khondkms01@buffalostate.edu::363f249f-62ab-41c7-9784-115e62e19b06" providerId="AD" clId="Web-{4F9D7355-ED23-B9C6-C930-D7A4C853676D}" dt="2024-04-29T18:24:51.541" v="15"/>
          <ac:spMkLst>
            <pc:docMk/>
            <pc:sldMk cId="2559103273" sldId="256"/>
            <ac:spMk id="26" creationId="{F49775AF-8896-43EE-92C6-83497D6DC56F}"/>
          </ac:spMkLst>
        </pc:spChg>
        <pc:spChg chg="add del">
          <ac:chgData name="Khondker, Misal S" userId="S::khondkms01@buffalostate.edu::363f249f-62ab-41c7-9784-115e62e19b06" providerId="AD" clId="Web-{4F9D7355-ED23-B9C6-C930-D7A4C853676D}" dt="2024-04-29T18:21:36.370" v="13"/>
          <ac:spMkLst>
            <pc:docMk/>
            <pc:sldMk cId="2559103273" sldId="256"/>
            <ac:spMk id="27" creationId="{DC631C0B-6DA6-4E57-8231-CE32B3434A7E}"/>
          </ac:spMkLst>
        </pc:spChg>
        <pc:spChg chg="add del">
          <ac:chgData name="Khondker, Misal S" userId="S::khondkms01@buffalostate.edu::363f249f-62ab-41c7-9784-115e62e19b06" providerId="AD" clId="Web-{4F9D7355-ED23-B9C6-C930-D7A4C853676D}" dt="2024-04-29T18:21:36.370" v="13"/>
          <ac:spMkLst>
            <pc:docMk/>
            <pc:sldMk cId="2559103273" sldId="256"/>
            <ac:spMk id="29" creationId="{F256AC18-FB41-4977-8B0C-F5082335AB7D}"/>
          </ac:spMkLst>
        </pc:spChg>
        <pc:spChg chg="add del">
          <ac:chgData name="Khondker, Misal S" userId="S::khondkms01@buffalostate.edu::363f249f-62ab-41c7-9784-115e62e19b06" providerId="AD" clId="Web-{4F9D7355-ED23-B9C6-C930-D7A4C853676D}" dt="2024-04-29T18:21:36.370" v="13"/>
          <ac:spMkLst>
            <pc:docMk/>
            <pc:sldMk cId="2559103273" sldId="256"/>
            <ac:spMk id="31" creationId="{AFF4A713-7B75-4B21-90D7-5AB19547C728}"/>
          </ac:spMkLst>
        </pc:spChg>
        <pc:spChg chg="add del">
          <ac:chgData name="Khondker, Misal S" userId="S::khondkms01@buffalostate.edu::363f249f-62ab-41c7-9784-115e62e19b06" providerId="AD" clId="Web-{4F9D7355-ED23-B9C6-C930-D7A4C853676D}" dt="2024-04-29T18:38:01.804" v="33"/>
          <ac:spMkLst>
            <pc:docMk/>
            <pc:sldMk cId="2559103273" sldId="256"/>
            <ac:spMk id="33" creationId="{646B67A4-D328-4747-A82B-65E84FA46368}"/>
          </ac:spMkLst>
        </pc:spChg>
        <pc:spChg chg="add del">
          <ac:chgData name="Khondker, Misal S" userId="S::khondkms01@buffalostate.edu::363f249f-62ab-41c7-9784-115e62e19b06" providerId="AD" clId="Web-{4F9D7355-ED23-B9C6-C930-D7A4C853676D}" dt="2024-04-29T18:25:01.495" v="17"/>
          <ac:spMkLst>
            <pc:docMk/>
            <pc:sldMk cId="2559103273" sldId="256"/>
            <ac:spMk id="34" creationId="{FD4AD0ED-45F1-4AB2-8C18-7DED238A0FC1}"/>
          </ac:spMkLst>
        </pc:spChg>
        <pc:spChg chg="add del">
          <ac:chgData name="Khondker, Misal S" userId="S::khondkms01@buffalostate.edu::363f249f-62ab-41c7-9784-115e62e19b06" providerId="AD" clId="Web-{4F9D7355-ED23-B9C6-C930-D7A4C853676D}" dt="2024-04-29T18:25:01.495" v="17"/>
          <ac:spMkLst>
            <pc:docMk/>
            <pc:sldMk cId="2559103273" sldId="256"/>
            <ac:spMk id="35" creationId="{73162FBC-1EE8-4355-8B2B-CB9A5B4BD576}"/>
          </ac:spMkLst>
        </pc:spChg>
        <pc:spChg chg="add del">
          <ac:chgData name="Khondker, Misal S" userId="S::khondkms01@buffalostate.edu::363f249f-62ab-41c7-9784-115e62e19b06" providerId="AD" clId="Web-{4F9D7355-ED23-B9C6-C930-D7A4C853676D}" dt="2024-04-29T18:25:01.495" v="17"/>
          <ac:spMkLst>
            <pc:docMk/>
            <pc:sldMk cId="2559103273" sldId="256"/>
            <ac:spMk id="36" creationId="{B7430622-9855-482E-98A8-1FAECC90908E}"/>
          </ac:spMkLst>
        </pc:spChg>
        <pc:spChg chg="add del">
          <ac:chgData name="Khondker, Misal S" userId="S::khondkms01@buffalostate.edu::363f249f-62ab-41c7-9784-115e62e19b06" providerId="AD" clId="Web-{4F9D7355-ED23-B9C6-C930-D7A4C853676D}" dt="2024-04-29T18:25:01.495" v="17"/>
          <ac:spMkLst>
            <pc:docMk/>
            <pc:sldMk cId="2559103273" sldId="256"/>
            <ac:spMk id="43" creationId="{26CE109B-4241-4CF1-B587-868774BB4464}"/>
          </ac:spMkLst>
        </pc:spChg>
        <pc:spChg chg="add del">
          <ac:chgData name="Khondker, Misal S" userId="S::khondkms01@buffalostate.edu::363f249f-62ab-41c7-9784-115e62e19b06" providerId="AD" clId="Web-{4F9D7355-ED23-B9C6-C930-D7A4C853676D}" dt="2024-04-29T18:38:01.804" v="33"/>
          <ac:spMkLst>
            <pc:docMk/>
            <pc:sldMk cId="2559103273" sldId="256"/>
            <ac:spMk id="52" creationId="{577D6B2E-37A3-429E-A37C-F30ED6487282}"/>
          </ac:spMkLst>
        </pc:spChg>
        <pc:spChg chg="add del">
          <ac:chgData name="Khondker, Misal S" userId="S::khondkms01@buffalostate.edu::363f249f-62ab-41c7-9784-115e62e19b06" providerId="AD" clId="Web-{4F9D7355-ED23-B9C6-C930-D7A4C853676D}" dt="2024-04-29T18:38:01.804" v="33"/>
          <ac:spMkLst>
            <pc:docMk/>
            <pc:sldMk cId="2559103273" sldId="256"/>
            <ac:spMk id="53" creationId="{5CEAD642-85CF-4750-8432-7C80C901F001}"/>
          </ac:spMkLst>
        </pc:spChg>
        <pc:spChg chg="add del">
          <ac:chgData name="Khondker, Misal S" userId="S::khondkms01@buffalostate.edu::363f249f-62ab-41c7-9784-115e62e19b06" providerId="AD" clId="Web-{4F9D7355-ED23-B9C6-C930-D7A4C853676D}" dt="2024-04-29T18:38:01.804" v="33"/>
          <ac:spMkLst>
            <pc:docMk/>
            <pc:sldMk cId="2559103273" sldId="256"/>
            <ac:spMk id="54" creationId="{FA33EEAE-15D5-4119-8C1E-89D943F911EF}"/>
          </ac:spMkLst>
        </pc:spChg>
        <pc:spChg chg="add del">
          <ac:chgData name="Khondker, Misal S" userId="S::khondkms01@buffalostate.edu::363f249f-62ab-41c7-9784-115e62e19b06" providerId="AD" clId="Web-{4F9D7355-ED23-B9C6-C930-D7A4C853676D}" dt="2024-04-29T18:38:01.804" v="33"/>
          <ac:spMkLst>
            <pc:docMk/>
            <pc:sldMk cId="2559103273" sldId="256"/>
            <ac:spMk id="55" creationId="{730D8B3B-9B80-4025-B934-26DC7D7CD231}"/>
          </ac:spMkLst>
        </pc:spChg>
        <pc:spChg chg="add del">
          <ac:chgData name="Khondker, Misal S" userId="S::khondkms01@buffalostate.edu::363f249f-62ab-41c7-9784-115e62e19b06" providerId="AD" clId="Web-{4F9D7355-ED23-B9C6-C930-D7A4C853676D}" dt="2024-04-29T18:38:01.804" v="33"/>
          <ac:spMkLst>
            <pc:docMk/>
            <pc:sldMk cId="2559103273" sldId="256"/>
            <ac:spMk id="56" creationId="{1064D5D5-227B-4F66-9AEA-46F570E793BD}"/>
          </ac:spMkLst>
        </pc:spChg>
        <pc:spChg chg="add del">
          <ac:chgData name="Khondker, Misal S" userId="S::khondkms01@buffalostate.edu::363f249f-62ab-41c7-9784-115e62e19b06" providerId="AD" clId="Web-{4F9D7355-ED23-B9C6-C930-D7A4C853676D}" dt="2024-04-29T18:38:01.804" v="33"/>
          <ac:spMkLst>
            <pc:docMk/>
            <pc:sldMk cId="2559103273" sldId="256"/>
            <ac:spMk id="57" creationId="{B5A1B09C-1565-46F8-B70F-621C5EB48A09}"/>
          </ac:spMkLst>
        </pc:spChg>
        <pc:spChg chg="add del">
          <ac:chgData name="Khondker, Misal S" userId="S::khondkms01@buffalostate.edu::363f249f-62ab-41c7-9784-115e62e19b06" providerId="AD" clId="Web-{4F9D7355-ED23-B9C6-C930-D7A4C853676D}" dt="2024-04-29T18:38:01.804" v="33"/>
          <ac:spMkLst>
            <pc:docMk/>
            <pc:sldMk cId="2559103273" sldId="256"/>
            <ac:spMk id="58" creationId="{8C516CC8-80AC-446C-A56E-9F54B7210402}"/>
          </ac:spMkLst>
        </pc:spChg>
        <pc:spChg chg="add del">
          <ac:chgData name="Khondker, Misal S" userId="S::khondkms01@buffalostate.edu::363f249f-62ab-41c7-9784-115e62e19b06" providerId="AD" clId="Web-{4F9D7355-ED23-B9C6-C930-D7A4C853676D}" dt="2024-04-29T18:37:30.614" v="30"/>
          <ac:spMkLst>
            <pc:docMk/>
            <pc:sldMk cId="2559103273" sldId="256"/>
            <ac:spMk id="60" creationId="{6F5A5072-7B47-4D32-B52A-4EBBF590B8A5}"/>
          </ac:spMkLst>
        </pc:spChg>
        <pc:spChg chg="add del">
          <ac:chgData name="Khondker, Misal S" userId="S::khondkms01@buffalostate.edu::363f249f-62ab-41c7-9784-115e62e19b06" providerId="AD" clId="Web-{4F9D7355-ED23-B9C6-C930-D7A4C853676D}" dt="2024-04-29T18:37:30.614" v="30"/>
          <ac:spMkLst>
            <pc:docMk/>
            <pc:sldMk cId="2559103273" sldId="256"/>
            <ac:spMk id="61" creationId="{9715DAF0-AE1B-46C9-8A6B-DB2AA05AB91D}"/>
          </ac:spMkLst>
        </pc:spChg>
        <pc:spChg chg="add del">
          <ac:chgData name="Khondker, Misal S" userId="S::khondkms01@buffalostate.edu::363f249f-62ab-41c7-9784-115e62e19b06" providerId="AD" clId="Web-{4F9D7355-ED23-B9C6-C930-D7A4C853676D}" dt="2024-04-29T18:37:30.614" v="30"/>
          <ac:spMkLst>
            <pc:docMk/>
            <pc:sldMk cId="2559103273" sldId="256"/>
            <ac:spMk id="62" creationId="{6016219D-510E-4184-9090-6D5578A87BD1}"/>
          </ac:spMkLst>
        </pc:spChg>
        <pc:spChg chg="add del">
          <ac:chgData name="Khondker, Misal S" userId="S::khondkms01@buffalostate.edu::363f249f-62ab-41c7-9784-115e62e19b06" providerId="AD" clId="Web-{4F9D7355-ED23-B9C6-C930-D7A4C853676D}" dt="2024-04-29T18:36:34.094" v="20"/>
          <ac:spMkLst>
            <pc:docMk/>
            <pc:sldMk cId="2559103273" sldId="256"/>
            <ac:spMk id="63" creationId="{0E30439A-8A5B-46EC-8283-9B6B031D40D0}"/>
          </ac:spMkLst>
        </pc:spChg>
        <pc:spChg chg="add del">
          <ac:chgData name="Khondker, Misal S" userId="S::khondkms01@buffalostate.edu::363f249f-62ab-41c7-9784-115e62e19b06" providerId="AD" clId="Web-{4F9D7355-ED23-B9C6-C930-D7A4C853676D}" dt="2024-04-29T18:37:30.614" v="30"/>
          <ac:spMkLst>
            <pc:docMk/>
            <pc:sldMk cId="2559103273" sldId="256"/>
            <ac:spMk id="64" creationId="{AFF4A713-7B75-4B21-90D7-5AB19547C728}"/>
          </ac:spMkLst>
        </pc:spChg>
        <pc:spChg chg="add del">
          <ac:chgData name="Khondker, Misal S" userId="S::khondkms01@buffalostate.edu::363f249f-62ab-41c7-9784-115e62e19b06" providerId="AD" clId="Web-{4F9D7355-ED23-B9C6-C930-D7A4C853676D}" dt="2024-04-29T18:36:34.094" v="20"/>
          <ac:spMkLst>
            <pc:docMk/>
            <pc:sldMk cId="2559103273" sldId="256"/>
            <ac:spMk id="65" creationId="{5CEAD642-85CF-4750-8432-7C80C901F001}"/>
          </ac:spMkLst>
        </pc:spChg>
        <pc:spChg chg="add del">
          <ac:chgData name="Khondker, Misal S" userId="S::khondkms01@buffalostate.edu::363f249f-62ab-41c7-9784-115e62e19b06" providerId="AD" clId="Web-{4F9D7355-ED23-B9C6-C930-D7A4C853676D}" dt="2024-04-29T18:37:30.614" v="30"/>
          <ac:spMkLst>
            <pc:docMk/>
            <pc:sldMk cId="2559103273" sldId="256"/>
            <ac:spMk id="66" creationId="{DC631C0B-6DA6-4E57-8231-CE32B3434A7E}"/>
          </ac:spMkLst>
        </pc:spChg>
        <pc:spChg chg="add del">
          <ac:chgData name="Khondker, Misal S" userId="S::khondkms01@buffalostate.edu::363f249f-62ab-41c7-9784-115e62e19b06" providerId="AD" clId="Web-{4F9D7355-ED23-B9C6-C930-D7A4C853676D}" dt="2024-04-29T18:36:34.094" v="20"/>
          <ac:spMkLst>
            <pc:docMk/>
            <pc:sldMk cId="2559103273" sldId="256"/>
            <ac:spMk id="67" creationId="{FA33EEAE-15D5-4119-8C1E-89D943F911EF}"/>
          </ac:spMkLst>
        </pc:spChg>
        <pc:spChg chg="add del">
          <ac:chgData name="Khondker, Misal S" userId="S::khondkms01@buffalostate.edu::363f249f-62ab-41c7-9784-115e62e19b06" providerId="AD" clId="Web-{4F9D7355-ED23-B9C6-C930-D7A4C853676D}" dt="2024-04-29T18:37:30.614" v="30"/>
          <ac:spMkLst>
            <pc:docMk/>
            <pc:sldMk cId="2559103273" sldId="256"/>
            <ac:spMk id="68" creationId="{C29501E6-A978-4A61-9689-9085AF97A53A}"/>
          </ac:spMkLst>
        </pc:spChg>
        <pc:spChg chg="add del">
          <ac:chgData name="Khondker, Misal S" userId="S::khondkms01@buffalostate.edu::363f249f-62ab-41c7-9784-115e62e19b06" providerId="AD" clId="Web-{4F9D7355-ED23-B9C6-C930-D7A4C853676D}" dt="2024-04-29T18:36:34.094" v="20"/>
          <ac:spMkLst>
            <pc:docMk/>
            <pc:sldMk cId="2559103273" sldId="256"/>
            <ac:spMk id="69" creationId="{730D8B3B-9B80-4025-B934-26DC7D7CD231}"/>
          </ac:spMkLst>
        </pc:spChg>
        <pc:spChg chg="add del">
          <ac:chgData name="Khondker, Misal S" userId="S::khondkms01@buffalostate.edu::363f249f-62ab-41c7-9784-115e62e19b06" providerId="AD" clId="Web-{4F9D7355-ED23-B9C6-C930-D7A4C853676D}" dt="2024-04-29T18:38:01.772" v="32"/>
          <ac:spMkLst>
            <pc:docMk/>
            <pc:sldMk cId="2559103273" sldId="256"/>
            <ac:spMk id="70" creationId="{577D6B2E-37A3-429E-A37C-F30ED6487282}"/>
          </ac:spMkLst>
        </pc:spChg>
        <pc:spChg chg="add del">
          <ac:chgData name="Khondker, Misal S" userId="S::khondkms01@buffalostate.edu::363f249f-62ab-41c7-9784-115e62e19b06" providerId="AD" clId="Web-{4F9D7355-ED23-B9C6-C930-D7A4C853676D}" dt="2024-04-29T18:36:34.094" v="20"/>
          <ac:spMkLst>
            <pc:docMk/>
            <pc:sldMk cId="2559103273" sldId="256"/>
            <ac:spMk id="71" creationId="{B5A1B09C-1565-46F8-B70F-621C5EB48A09}"/>
          </ac:spMkLst>
        </pc:spChg>
        <pc:spChg chg="add del">
          <ac:chgData name="Khondker, Misal S" userId="S::khondkms01@buffalostate.edu::363f249f-62ab-41c7-9784-115e62e19b06" providerId="AD" clId="Web-{4F9D7355-ED23-B9C6-C930-D7A4C853676D}" dt="2024-04-29T18:38:01.772" v="32"/>
          <ac:spMkLst>
            <pc:docMk/>
            <pc:sldMk cId="2559103273" sldId="256"/>
            <ac:spMk id="72" creationId="{5CEAD642-85CF-4750-8432-7C80C901F001}"/>
          </ac:spMkLst>
        </pc:spChg>
        <pc:spChg chg="add del">
          <ac:chgData name="Khondker, Misal S" userId="S::khondkms01@buffalostate.edu::363f249f-62ab-41c7-9784-115e62e19b06" providerId="AD" clId="Web-{4F9D7355-ED23-B9C6-C930-D7A4C853676D}" dt="2024-04-29T18:36:34.094" v="20"/>
          <ac:spMkLst>
            <pc:docMk/>
            <pc:sldMk cId="2559103273" sldId="256"/>
            <ac:spMk id="73" creationId="{8C516CC8-80AC-446C-A56E-9F54B7210402}"/>
          </ac:spMkLst>
        </pc:spChg>
        <pc:spChg chg="add del">
          <ac:chgData name="Khondker, Misal S" userId="S::khondkms01@buffalostate.edu::363f249f-62ab-41c7-9784-115e62e19b06" providerId="AD" clId="Web-{4F9D7355-ED23-B9C6-C930-D7A4C853676D}" dt="2024-04-29T18:38:01.772" v="32"/>
          <ac:spMkLst>
            <pc:docMk/>
            <pc:sldMk cId="2559103273" sldId="256"/>
            <ac:spMk id="74" creationId="{FA33EEAE-15D5-4119-8C1E-89D943F911EF}"/>
          </ac:spMkLst>
        </pc:spChg>
        <pc:spChg chg="add del">
          <ac:chgData name="Khondker, Misal S" userId="S::khondkms01@buffalostate.edu::363f249f-62ab-41c7-9784-115e62e19b06" providerId="AD" clId="Web-{4F9D7355-ED23-B9C6-C930-D7A4C853676D}" dt="2024-04-29T18:36:34.094" v="20"/>
          <ac:spMkLst>
            <pc:docMk/>
            <pc:sldMk cId="2559103273" sldId="256"/>
            <ac:spMk id="75" creationId="{53947E58-F088-49F1-A3D1-DEA690192E84}"/>
          </ac:spMkLst>
        </pc:spChg>
        <pc:spChg chg="add del">
          <ac:chgData name="Khondker, Misal S" userId="S::khondkms01@buffalostate.edu::363f249f-62ab-41c7-9784-115e62e19b06" providerId="AD" clId="Web-{4F9D7355-ED23-B9C6-C930-D7A4C853676D}" dt="2024-04-29T18:38:01.772" v="32"/>
          <ac:spMkLst>
            <pc:docMk/>
            <pc:sldMk cId="2559103273" sldId="256"/>
            <ac:spMk id="76" creationId="{730D8B3B-9B80-4025-B934-26DC7D7CD231}"/>
          </ac:spMkLst>
        </pc:spChg>
        <pc:spChg chg="add del">
          <ac:chgData name="Khondker, Misal S" userId="S::khondkms01@buffalostate.edu::363f249f-62ab-41c7-9784-115e62e19b06" providerId="AD" clId="Web-{4F9D7355-ED23-B9C6-C930-D7A4C853676D}" dt="2024-04-29T18:38:01.772" v="32"/>
          <ac:spMkLst>
            <pc:docMk/>
            <pc:sldMk cId="2559103273" sldId="256"/>
            <ac:spMk id="78" creationId="{1064D5D5-227B-4F66-9AEA-46F570E793BD}"/>
          </ac:spMkLst>
        </pc:spChg>
        <pc:spChg chg="add del">
          <ac:chgData name="Khondker, Misal S" userId="S::khondkms01@buffalostate.edu::363f249f-62ab-41c7-9784-115e62e19b06" providerId="AD" clId="Web-{4F9D7355-ED23-B9C6-C930-D7A4C853676D}" dt="2024-04-29T18:38:01.772" v="32"/>
          <ac:spMkLst>
            <pc:docMk/>
            <pc:sldMk cId="2559103273" sldId="256"/>
            <ac:spMk id="79" creationId="{646B67A4-D328-4747-A82B-65E84FA46368}"/>
          </ac:spMkLst>
        </pc:spChg>
        <pc:spChg chg="add del">
          <ac:chgData name="Khondker, Misal S" userId="S::khondkms01@buffalostate.edu::363f249f-62ab-41c7-9784-115e62e19b06" providerId="AD" clId="Web-{4F9D7355-ED23-B9C6-C930-D7A4C853676D}" dt="2024-04-29T18:38:01.772" v="32"/>
          <ac:spMkLst>
            <pc:docMk/>
            <pc:sldMk cId="2559103273" sldId="256"/>
            <ac:spMk id="80" creationId="{B5A1B09C-1565-46F8-B70F-621C5EB48A09}"/>
          </ac:spMkLst>
        </pc:spChg>
        <pc:spChg chg="add del">
          <ac:chgData name="Khondker, Misal S" userId="S::khondkms01@buffalostate.edu::363f249f-62ab-41c7-9784-115e62e19b06" providerId="AD" clId="Web-{4F9D7355-ED23-B9C6-C930-D7A4C853676D}" dt="2024-04-29T18:38:01.772" v="32"/>
          <ac:spMkLst>
            <pc:docMk/>
            <pc:sldMk cId="2559103273" sldId="256"/>
            <ac:spMk id="81" creationId="{8C516CC8-80AC-446C-A56E-9F54B7210402}"/>
          </ac:spMkLst>
        </pc:spChg>
        <pc:spChg chg="add del">
          <ac:chgData name="Khondker, Misal S" userId="S::khondkms01@buffalostate.edu::363f249f-62ab-41c7-9784-115e62e19b06" providerId="AD" clId="Web-{4F9D7355-ED23-B9C6-C930-D7A4C853676D}" dt="2024-04-29T18:36:54.861" v="22"/>
          <ac:spMkLst>
            <pc:docMk/>
            <pc:sldMk cId="2559103273" sldId="256"/>
            <ac:spMk id="82" creationId="{FD4AD0ED-45F1-4AB2-8C18-7DED238A0FC1}"/>
          </ac:spMkLst>
        </pc:spChg>
        <pc:spChg chg="add del">
          <ac:chgData name="Khondker, Misal S" userId="S::khondkms01@buffalostate.edu::363f249f-62ab-41c7-9784-115e62e19b06" providerId="AD" clId="Web-{4F9D7355-ED23-B9C6-C930-D7A4C853676D}" dt="2024-04-29T18:36:54.861" v="22"/>
          <ac:spMkLst>
            <pc:docMk/>
            <pc:sldMk cId="2559103273" sldId="256"/>
            <ac:spMk id="83" creationId="{26CE109B-4241-4CF1-B587-868774BB4464}"/>
          </ac:spMkLst>
        </pc:spChg>
        <pc:spChg chg="add del">
          <ac:chgData name="Khondker, Misal S" userId="S::khondkms01@buffalostate.edu::363f249f-62ab-41c7-9784-115e62e19b06" providerId="AD" clId="Web-{4F9D7355-ED23-B9C6-C930-D7A4C853676D}" dt="2024-04-29T18:36:54.861" v="22"/>
          <ac:spMkLst>
            <pc:docMk/>
            <pc:sldMk cId="2559103273" sldId="256"/>
            <ac:spMk id="84" creationId="{B7430622-9855-482E-98A8-1FAECC90908E}"/>
          </ac:spMkLst>
        </pc:spChg>
        <pc:spChg chg="add del">
          <ac:chgData name="Khondker, Misal S" userId="S::khondkms01@buffalostate.edu::363f249f-62ab-41c7-9784-115e62e19b06" providerId="AD" clId="Web-{4F9D7355-ED23-B9C6-C930-D7A4C853676D}" dt="2024-04-29T18:40:16.954" v="47"/>
          <ac:spMkLst>
            <pc:docMk/>
            <pc:sldMk cId="2559103273" sldId="256"/>
            <ac:spMk id="86" creationId="{6314D791-4D8A-4854-B8FC-6959656D09AD}"/>
          </ac:spMkLst>
        </pc:spChg>
        <pc:spChg chg="add del mod">
          <ac:chgData name="Khondker, Misal S" userId="S::khondkms01@buffalostate.edu::363f249f-62ab-41c7-9784-115e62e19b06" providerId="AD" clId="Web-{4F9D7355-ED23-B9C6-C930-D7A4C853676D}" dt="2024-04-29T18:40:16.954" v="47"/>
          <ac:spMkLst>
            <pc:docMk/>
            <pc:sldMk cId="2559103273" sldId="256"/>
            <ac:spMk id="87" creationId="{15076E76-3EB3-4269-8135-07CAB20E59A5}"/>
          </ac:spMkLst>
        </pc:spChg>
        <pc:spChg chg="add del">
          <ac:chgData name="Khondker, Misal S" userId="S::khondkms01@buffalostate.edu::363f249f-62ab-41c7-9784-115e62e19b06" providerId="AD" clId="Web-{4F9D7355-ED23-B9C6-C930-D7A4C853676D}" dt="2024-04-29T18:36:54.861" v="22"/>
          <ac:spMkLst>
            <pc:docMk/>
            <pc:sldMk cId="2559103273" sldId="256"/>
            <ac:spMk id="94" creationId="{73162FBC-1EE8-4355-8B2B-CB9A5B4BD576}"/>
          </ac:spMkLst>
        </pc:spChg>
        <pc:spChg chg="add del">
          <ac:chgData name="Khondker, Misal S" userId="S::khondkms01@buffalostate.edu::363f249f-62ab-41c7-9784-115e62e19b06" providerId="AD" clId="Web-{4F9D7355-ED23-B9C6-C930-D7A4C853676D}" dt="2024-04-29T18:37:23.691" v="28"/>
          <ac:spMkLst>
            <pc:docMk/>
            <pc:sldMk cId="2559103273" sldId="256"/>
            <ac:spMk id="96" creationId="{8C790BE2-4E4F-4AAF-81A2-4A6F4885EBE6}"/>
          </ac:spMkLst>
        </pc:spChg>
        <pc:spChg chg="add del">
          <ac:chgData name="Khondker, Misal S" userId="S::khondkms01@buffalostate.edu::363f249f-62ab-41c7-9784-115e62e19b06" providerId="AD" clId="Web-{4F9D7355-ED23-B9C6-C930-D7A4C853676D}" dt="2024-04-29T18:37:23.691" v="28"/>
          <ac:spMkLst>
            <pc:docMk/>
            <pc:sldMk cId="2559103273" sldId="256"/>
            <ac:spMk id="97" creationId="{D28B54C3-B57B-472A-B96E-1FCB67093DC2}"/>
          </ac:spMkLst>
        </pc:spChg>
        <pc:spChg chg="add del">
          <ac:chgData name="Khondker, Misal S" userId="S::khondkms01@buffalostate.edu::363f249f-62ab-41c7-9784-115e62e19b06" providerId="AD" clId="Web-{4F9D7355-ED23-B9C6-C930-D7A4C853676D}" dt="2024-04-29T18:37:23.691" v="28"/>
          <ac:spMkLst>
            <pc:docMk/>
            <pc:sldMk cId="2559103273" sldId="256"/>
            <ac:spMk id="98" creationId="{ED3707AD-8261-4357-9C64-EEC41E832582}"/>
          </ac:spMkLst>
        </pc:spChg>
        <pc:spChg chg="add del">
          <ac:chgData name="Khondker, Misal S" userId="S::khondkms01@buffalostate.edu::363f249f-62ab-41c7-9784-115e62e19b06" providerId="AD" clId="Web-{4F9D7355-ED23-B9C6-C930-D7A4C853676D}" dt="2024-04-29T18:37:23.691" v="28"/>
          <ac:spMkLst>
            <pc:docMk/>
            <pc:sldMk cId="2559103273" sldId="256"/>
            <ac:spMk id="99" creationId="{7DB3C429-F8DA-49B9-AF84-21996FCF78B5}"/>
          </ac:spMkLst>
        </pc:spChg>
        <pc:spChg chg="add del">
          <ac:chgData name="Khondker, Misal S" userId="S::khondkms01@buffalostate.edu::363f249f-62ab-41c7-9784-115e62e19b06" providerId="AD" clId="Web-{4F9D7355-ED23-B9C6-C930-D7A4C853676D}" dt="2024-04-29T18:37:23.691" v="28"/>
          <ac:spMkLst>
            <pc:docMk/>
            <pc:sldMk cId="2559103273" sldId="256"/>
            <ac:spMk id="100" creationId="{C4C9F2B0-1044-46EB-8AEB-C3BFFDE6C2CC}"/>
          </ac:spMkLst>
        </pc:spChg>
        <pc:spChg chg="add del">
          <ac:chgData name="Khondker, Misal S" userId="S::khondkms01@buffalostate.edu::363f249f-62ab-41c7-9784-115e62e19b06" providerId="AD" clId="Web-{4F9D7355-ED23-B9C6-C930-D7A4C853676D}" dt="2024-04-29T18:37:23.691" v="28"/>
          <ac:spMkLst>
            <pc:docMk/>
            <pc:sldMk cId="2559103273" sldId="256"/>
            <ac:spMk id="101" creationId="{D1B01BE8-EBAB-4286-84CC-EC07C7F957AC}"/>
          </ac:spMkLst>
        </pc:spChg>
        <pc:spChg chg="add del">
          <ac:chgData name="Khondker, Misal S" userId="S::khondkms01@buffalostate.edu::363f249f-62ab-41c7-9784-115e62e19b06" providerId="AD" clId="Web-{4F9D7355-ED23-B9C6-C930-D7A4C853676D}" dt="2024-04-29T18:37:23.691" v="28"/>
          <ac:spMkLst>
            <pc:docMk/>
            <pc:sldMk cId="2559103273" sldId="256"/>
            <ac:spMk id="102" creationId="{B810725C-984E-4EC2-A5FA-A193878CB858}"/>
          </ac:spMkLst>
        </pc:spChg>
        <pc:spChg chg="add del">
          <ac:chgData name="Khondker, Misal S" userId="S::khondkms01@buffalostate.edu::363f249f-62ab-41c7-9784-115e62e19b06" providerId="AD" clId="Web-{4F9D7355-ED23-B9C6-C930-D7A4C853676D}" dt="2024-04-29T18:37:21.535" v="27"/>
          <ac:spMkLst>
            <pc:docMk/>
            <pc:sldMk cId="2559103273" sldId="256"/>
            <ac:spMk id="107" creationId="{6F5A5072-7B47-4D32-B52A-4EBBF590B8A5}"/>
          </ac:spMkLst>
        </pc:spChg>
        <pc:spChg chg="add del">
          <ac:chgData name="Khondker, Misal S" userId="S::khondkms01@buffalostate.edu::363f249f-62ab-41c7-9784-115e62e19b06" providerId="AD" clId="Web-{4F9D7355-ED23-B9C6-C930-D7A4C853676D}" dt="2024-04-29T18:37:21.535" v="27"/>
          <ac:spMkLst>
            <pc:docMk/>
            <pc:sldMk cId="2559103273" sldId="256"/>
            <ac:spMk id="109" creationId="{9715DAF0-AE1B-46C9-8A6B-DB2AA05AB91D}"/>
          </ac:spMkLst>
        </pc:spChg>
        <pc:spChg chg="add del">
          <ac:chgData name="Khondker, Misal S" userId="S::khondkms01@buffalostate.edu::363f249f-62ab-41c7-9784-115e62e19b06" providerId="AD" clId="Web-{4F9D7355-ED23-B9C6-C930-D7A4C853676D}" dt="2024-04-29T18:37:21.535" v="27"/>
          <ac:spMkLst>
            <pc:docMk/>
            <pc:sldMk cId="2559103273" sldId="256"/>
            <ac:spMk id="111" creationId="{6016219D-510E-4184-9090-6D5578A87BD1}"/>
          </ac:spMkLst>
        </pc:spChg>
        <pc:spChg chg="add del">
          <ac:chgData name="Khondker, Misal S" userId="S::khondkms01@buffalostate.edu::363f249f-62ab-41c7-9784-115e62e19b06" providerId="AD" clId="Web-{4F9D7355-ED23-B9C6-C930-D7A4C853676D}" dt="2024-04-29T18:38:33.243" v="36"/>
          <ac:spMkLst>
            <pc:docMk/>
            <pc:sldMk cId="2559103273" sldId="256"/>
            <ac:spMk id="112" creationId="{84CA08B7-4716-4E27-A721-D79C91A21507}"/>
          </ac:spMkLst>
        </pc:spChg>
        <pc:spChg chg="add del">
          <ac:chgData name="Khondker, Misal S" userId="S::khondkms01@buffalostate.edu::363f249f-62ab-41c7-9784-115e62e19b06" providerId="AD" clId="Web-{4F9D7355-ED23-B9C6-C930-D7A4C853676D}" dt="2024-04-29T18:37:21.535" v="27"/>
          <ac:spMkLst>
            <pc:docMk/>
            <pc:sldMk cId="2559103273" sldId="256"/>
            <ac:spMk id="113" creationId="{AFF4A713-7B75-4B21-90D7-5AB19547C728}"/>
          </ac:spMkLst>
        </pc:spChg>
        <pc:spChg chg="add del">
          <ac:chgData name="Khondker, Misal S" userId="S::khondkms01@buffalostate.edu::363f249f-62ab-41c7-9784-115e62e19b06" providerId="AD" clId="Web-{4F9D7355-ED23-B9C6-C930-D7A4C853676D}" dt="2024-04-29T18:38:33.243" v="36"/>
          <ac:spMkLst>
            <pc:docMk/>
            <pc:sldMk cId="2559103273" sldId="256"/>
            <ac:spMk id="114" creationId="{94714483-7072-431F-9DBE-87F44E4D44BC}"/>
          </ac:spMkLst>
        </pc:spChg>
        <pc:spChg chg="add del">
          <ac:chgData name="Khondker, Misal S" userId="S::khondkms01@buffalostate.edu::363f249f-62ab-41c7-9784-115e62e19b06" providerId="AD" clId="Web-{4F9D7355-ED23-B9C6-C930-D7A4C853676D}" dt="2024-04-29T18:37:21.535" v="27"/>
          <ac:spMkLst>
            <pc:docMk/>
            <pc:sldMk cId="2559103273" sldId="256"/>
            <ac:spMk id="115" creationId="{DC631C0B-6DA6-4E57-8231-CE32B3434A7E}"/>
          </ac:spMkLst>
        </pc:spChg>
        <pc:spChg chg="add del">
          <ac:chgData name="Khondker, Misal S" userId="S::khondkms01@buffalostate.edu::363f249f-62ab-41c7-9784-115e62e19b06" providerId="AD" clId="Web-{4F9D7355-ED23-B9C6-C930-D7A4C853676D}" dt="2024-04-29T18:38:33.243" v="36"/>
          <ac:spMkLst>
            <pc:docMk/>
            <pc:sldMk cId="2559103273" sldId="256"/>
            <ac:spMk id="116" creationId="{495892E1-F4A5-4991-AC52-4F417B14A2A2}"/>
          </ac:spMkLst>
        </pc:spChg>
        <pc:spChg chg="add del">
          <ac:chgData name="Khondker, Misal S" userId="S::khondkms01@buffalostate.edu::363f249f-62ab-41c7-9784-115e62e19b06" providerId="AD" clId="Web-{4F9D7355-ED23-B9C6-C930-D7A4C853676D}" dt="2024-04-29T18:37:21.535" v="27"/>
          <ac:spMkLst>
            <pc:docMk/>
            <pc:sldMk cId="2559103273" sldId="256"/>
            <ac:spMk id="117" creationId="{C29501E6-A978-4A61-9689-9085AF97A53A}"/>
          </ac:spMkLst>
        </pc:spChg>
        <pc:spChg chg="add del">
          <ac:chgData name="Khondker, Misal S" userId="S::khondkms01@buffalostate.edu::363f249f-62ab-41c7-9784-115e62e19b06" providerId="AD" clId="Web-{4F9D7355-ED23-B9C6-C930-D7A4C853676D}" dt="2024-04-29T18:39:20.825" v="38"/>
          <ac:spMkLst>
            <pc:docMk/>
            <pc:sldMk cId="2559103273" sldId="256"/>
            <ac:spMk id="119" creationId="{B5A1B09C-1565-46F8-B70F-621C5EB48A09}"/>
          </ac:spMkLst>
        </pc:spChg>
        <pc:spChg chg="add del">
          <ac:chgData name="Khondker, Misal S" userId="S::khondkms01@buffalostate.edu::363f249f-62ab-41c7-9784-115e62e19b06" providerId="AD" clId="Web-{4F9D7355-ED23-B9C6-C930-D7A4C853676D}" dt="2024-04-29T18:39:20.825" v="38"/>
          <ac:spMkLst>
            <pc:docMk/>
            <pc:sldMk cId="2559103273" sldId="256"/>
            <ac:spMk id="121" creationId="{570DF94D-F28F-435E-AD56-C40FC99AFAA1}"/>
          </ac:spMkLst>
        </pc:spChg>
        <pc:spChg chg="add del">
          <ac:chgData name="Khondker, Misal S" userId="S::khondkms01@buffalostate.edu::363f249f-62ab-41c7-9784-115e62e19b06" providerId="AD" clId="Web-{4F9D7355-ED23-B9C6-C930-D7A4C853676D}" dt="2024-04-29T18:39:20.825" v="38"/>
          <ac:spMkLst>
            <pc:docMk/>
            <pc:sldMk cId="2559103273" sldId="256"/>
            <ac:spMk id="123" creationId="{84F952EE-9AAE-4D81-BF98-35DF71334053}"/>
          </ac:spMkLst>
        </pc:spChg>
        <pc:spChg chg="add del">
          <ac:chgData name="Khondker, Misal S" userId="S::khondkms01@buffalostate.edu::363f249f-62ab-41c7-9784-115e62e19b06" providerId="AD" clId="Web-{4F9D7355-ED23-B9C6-C930-D7A4C853676D}" dt="2024-04-29T18:38:33.243" v="36"/>
          <ac:spMkLst>
            <pc:docMk/>
            <pc:sldMk cId="2559103273" sldId="256"/>
            <ac:spMk id="126" creationId="{17BC89B9-A6CD-482B-9352-638D0E05ACAC}"/>
          </ac:spMkLst>
        </pc:spChg>
        <pc:spChg chg="add del">
          <ac:chgData name="Khondker, Misal S" userId="S::khondkms01@buffalostate.edu::363f249f-62ab-41c7-9784-115e62e19b06" providerId="AD" clId="Web-{4F9D7355-ED23-B9C6-C930-D7A4C853676D}" dt="2024-04-29T18:38:33.243" v="36"/>
          <ac:spMkLst>
            <pc:docMk/>
            <pc:sldMk cId="2559103273" sldId="256"/>
            <ac:spMk id="128" creationId="{E2683E3F-F855-4549-84F8-42064EC0F247}"/>
          </ac:spMkLst>
        </pc:spChg>
        <pc:spChg chg="add del">
          <ac:chgData name="Khondker, Misal S" userId="S::khondkms01@buffalostate.edu::363f249f-62ab-41c7-9784-115e62e19b06" providerId="AD" clId="Web-{4F9D7355-ED23-B9C6-C930-D7A4C853676D}" dt="2024-04-29T18:39:39.655" v="40"/>
          <ac:spMkLst>
            <pc:docMk/>
            <pc:sldMk cId="2559103273" sldId="256"/>
            <ac:spMk id="131" creationId="{26CE109B-4241-4CF1-B587-868774BB4464}"/>
          </ac:spMkLst>
        </pc:spChg>
        <pc:spChg chg="add del">
          <ac:chgData name="Khondker, Misal S" userId="S::khondkms01@buffalostate.edu::363f249f-62ab-41c7-9784-115e62e19b06" providerId="AD" clId="Web-{4F9D7355-ED23-B9C6-C930-D7A4C853676D}" dt="2024-04-29T18:39:56.593" v="42"/>
          <ac:spMkLst>
            <pc:docMk/>
            <pc:sldMk cId="2559103273" sldId="256"/>
            <ac:spMk id="139" creationId="{32E16238-A3AC-483C-8D5D-CCBE10D132BF}"/>
          </ac:spMkLst>
        </pc:spChg>
        <pc:spChg chg="add del">
          <ac:chgData name="Khondker, Misal S" userId="S::khondkms01@buffalostate.edu::363f249f-62ab-41c7-9784-115e62e19b06" providerId="AD" clId="Web-{4F9D7355-ED23-B9C6-C930-D7A4C853676D}" dt="2024-04-29T18:39:20.825" v="38"/>
          <ac:spMkLst>
            <pc:docMk/>
            <pc:sldMk cId="2559103273" sldId="256"/>
            <ac:spMk id="142" creationId="{56D63398-EEE4-4E6A-BEF3-E92924A2821E}"/>
          </ac:spMkLst>
        </pc:spChg>
        <pc:spChg chg="add del">
          <ac:chgData name="Khondker, Misal S" userId="S::khondkms01@buffalostate.edu::363f249f-62ab-41c7-9784-115e62e19b06" providerId="AD" clId="Web-{4F9D7355-ED23-B9C6-C930-D7A4C853676D}" dt="2024-04-29T18:39:20.825" v="38"/>
          <ac:spMkLst>
            <pc:docMk/>
            <pc:sldMk cId="2559103273" sldId="256"/>
            <ac:spMk id="143" creationId="{5CEAD642-85CF-4750-8432-7C80C901F001}"/>
          </ac:spMkLst>
        </pc:spChg>
        <pc:spChg chg="add del">
          <ac:chgData name="Khondker, Misal S" userId="S::khondkms01@buffalostate.edu::363f249f-62ab-41c7-9784-115e62e19b06" providerId="AD" clId="Web-{4F9D7355-ED23-B9C6-C930-D7A4C853676D}" dt="2024-04-29T18:39:20.825" v="38"/>
          <ac:spMkLst>
            <pc:docMk/>
            <pc:sldMk cId="2559103273" sldId="256"/>
            <ac:spMk id="144" creationId="{C6804B24-17AC-406D-9636-1332F5DF9AE7}"/>
          </ac:spMkLst>
        </pc:spChg>
        <pc:spChg chg="add del">
          <ac:chgData name="Khondker, Misal S" userId="S::khondkms01@buffalostate.edu::363f249f-62ab-41c7-9784-115e62e19b06" providerId="AD" clId="Web-{4F9D7355-ED23-B9C6-C930-D7A4C853676D}" dt="2024-04-29T18:39:20.825" v="38"/>
          <ac:spMkLst>
            <pc:docMk/>
            <pc:sldMk cId="2559103273" sldId="256"/>
            <ac:spMk id="145" creationId="{730D8B3B-9B80-4025-B934-26DC7D7CD231}"/>
          </ac:spMkLst>
        </pc:spChg>
        <pc:spChg chg="add del">
          <ac:chgData name="Khondker, Misal S" userId="S::khondkms01@buffalostate.edu::363f249f-62ab-41c7-9784-115e62e19b06" providerId="AD" clId="Web-{4F9D7355-ED23-B9C6-C930-D7A4C853676D}" dt="2024-04-29T18:39:39.655" v="40"/>
          <ac:spMkLst>
            <pc:docMk/>
            <pc:sldMk cId="2559103273" sldId="256"/>
            <ac:spMk id="147" creationId="{FD4AD0ED-45F1-4AB2-8C18-7DED238A0FC1}"/>
          </ac:spMkLst>
        </pc:spChg>
        <pc:spChg chg="add del">
          <ac:chgData name="Khondker, Misal S" userId="S::khondkms01@buffalostate.edu::363f249f-62ab-41c7-9784-115e62e19b06" providerId="AD" clId="Web-{4F9D7355-ED23-B9C6-C930-D7A4C853676D}" dt="2024-04-29T18:39:39.655" v="40"/>
          <ac:spMkLst>
            <pc:docMk/>
            <pc:sldMk cId="2559103273" sldId="256"/>
            <ac:spMk id="148" creationId="{B7430622-9855-482E-98A8-1FAECC90908E}"/>
          </ac:spMkLst>
        </pc:spChg>
        <pc:spChg chg="add del">
          <ac:chgData name="Khondker, Misal S" userId="S::khondkms01@buffalostate.edu::363f249f-62ab-41c7-9784-115e62e19b06" providerId="AD" clId="Web-{4F9D7355-ED23-B9C6-C930-D7A4C853676D}" dt="2024-04-29T18:39:39.655" v="40"/>
          <ac:spMkLst>
            <pc:docMk/>
            <pc:sldMk cId="2559103273" sldId="256"/>
            <ac:spMk id="155" creationId="{73162FBC-1EE8-4355-8B2B-CB9A5B4BD576}"/>
          </ac:spMkLst>
        </pc:spChg>
        <pc:spChg chg="add del">
          <ac:chgData name="Khondker, Misal S" userId="S::khondkms01@buffalostate.edu::363f249f-62ab-41c7-9784-115e62e19b06" providerId="AD" clId="Web-{4F9D7355-ED23-B9C6-C930-D7A4C853676D}" dt="2024-04-29T18:39:56.593" v="42"/>
          <ac:spMkLst>
            <pc:docMk/>
            <pc:sldMk cId="2559103273" sldId="256"/>
            <ac:spMk id="160" creationId="{E265FA8F-035D-4B36-950E-FE4EB70677C3}"/>
          </ac:spMkLst>
        </pc:spChg>
        <pc:spChg chg="add del">
          <ac:chgData name="Khondker, Misal S" userId="S::khondkms01@buffalostate.edu::363f249f-62ab-41c7-9784-115e62e19b06" providerId="AD" clId="Web-{4F9D7355-ED23-B9C6-C930-D7A4C853676D}" dt="2024-04-29T18:39:56.593" v="42"/>
          <ac:spMkLst>
            <pc:docMk/>
            <pc:sldMk cId="2559103273" sldId="256"/>
            <ac:spMk id="161" creationId="{600E9BC5-9662-4990-B704-C99846AF9BA8}"/>
          </ac:spMkLst>
        </pc:spChg>
        <pc:spChg chg="add del">
          <ac:chgData name="Khondker, Misal S" userId="S::khondkms01@buffalostate.edu::363f249f-62ab-41c7-9784-115e62e19b06" providerId="AD" clId="Web-{4F9D7355-ED23-B9C6-C930-D7A4C853676D}" dt="2024-04-29T18:39:56.593" v="42"/>
          <ac:spMkLst>
            <pc:docMk/>
            <pc:sldMk cId="2559103273" sldId="256"/>
            <ac:spMk id="168" creationId="{C6E259F2-9362-412C-A479-9DF97405C64B}"/>
          </ac:spMkLst>
        </pc:spChg>
        <pc:spChg chg="add del">
          <ac:chgData name="Khondker, Misal S" userId="S::khondkms01@buffalostate.edu::363f249f-62ab-41c7-9784-115e62e19b06" providerId="AD" clId="Web-{4F9D7355-ED23-B9C6-C930-D7A4C853676D}" dt="2024-04-29T18:39:56.593" v="42"/>
          <ac:spMkLst>
            <pc:docMk/>
            <pc:sldMk cId="2559103273" sldId="256"/>
            <ac:spMk id="172" creationId="{BBB0790C-FC84-4BFB-B9A0-716303B8FABA}"/>
          </ac:spMkLst>
        </pc:spChg>
        <pc:spChg chg="add del">
          <ac:chgData name="Khondker, Misal S" userId="S::khondkms01@buffalostate.edu::363f249f-62ab-41c7-9784-115e62e19b06" providerId="AD" clId="Web-{4F9D7355-ED23-B9C6-C930-D7A4C853676D}" dt="2024-04-29T18:40:08.626" v="44"/>
          <ac:spMkLst>
            <pc:docMk/>
            <pc:sldMk cId="2559103273" sldId="256"/>
            <ac:spMk id="176" creationId="{5E3FECE6-F547-4091-B36B-4698880B8E8D}"/>
          </ac:spMkLst>
        </pc:spChg>
        <pc:spChg chg="add del">
          <ac:chgData name="Khondker, Misal S" userId="S::khondkms01@buffalostate.edu::363f249f-62ab-41c7-9784-115e62e19b06" providerId="AD" clId="Web-{4F9D7355-ED23-B9C6-C930-D7A4C853676D}" dt="2024-04-29T18:40:08.626" v="44"/>
          <ac:spMkLst>
            <pc:docMk/>
            <pc:sldMk cId="2559103273" sldId="256"/>
            <ac:spMk id="177" creationId="{24B967C3-E425-4EA9-8DA0-E732D6343AB0}"/>
          </ac:spMkLst>
        </pc:spChg>
        <pc:spChg chg="add del">
          <ac:chgData name="Khondker, Misal S" userId="S::khondkms01@buffalostate.edu::363f249f-62ab-41c7-9784-115e62e19b06" providerId="AD" clId="Web-{4F9D7355-ED23-B9C6-C930-D7A4C853676D}" dt="2024-04-29T18:40:08.626" v="44"/>
          <ac:spMkLst>
            <pc:docMk/>
            <pc:sldMk cId="2559103273" sldId="256"/>
            <ac:spMk id="184" creationId="{11CF3400-A0BC-4F98-B69A-7D6BA101C7D5}"/>
          </ac:spMkLst>
        </pc:spChg>
        <pc:spChg chg="add del">
          <ac:chgData name="Khondker, Misal S" userId="S::khondkms01@buffalostate.edu::363f249f-62ab-41c7-9784-115e62e19b06" providerId="AD" clId="Web-{4F9D7355-ED23-B9C6-C930-D7A4C853676D}" dt="2024-04-29T18:40:08.626" v="44"/>
          <ac:spMkLst>
            <pc:docMk/>
            <pc:sldMk cId="2559103273" sldId="256"/>
            <ac:spMk id="188" creationId="{DAA434CA-B019-477E-9043-1B2B5E1A5612}"/>
          </ac:spMkLst>
        </pc:spChg>
        <pc:spChg chg="add del">
          <ac:chgData name="Khondker, Misal S" userId="S::khondkms01@buffalostate.edu::363f249f-62ab-41c7-9784-115e62e19b06" providerId="AD" clId="Web-{4F9D7355-ED23-B9C6-C930-D7A4C853676D}" dt="2024-04-29T18:40:16.923" v="46"/>
          <ac:spMkLst>
            <pc:docMk/>
            <pc:sldMk cId="2559103273" sldId="256"/>
            <ac:spMk id="192" creationId="{8C790BE2-4E4F-4AAF-81A2-4A6F4885EBE6}"/>
          </ac:spMkLst>
        </pc:spChg>
        <pc:spChg chg="add del">
          <ac:chgData name="Khondker, Misal S" userId="S::khondkms01@buffalostate.edu::363f249f-62ab-41c7-9784-115e62e19b06" providerId="AD" clId="Web-{4F9D7355-ED23-B9C6-C930-D7A4C853676D}" dt="2024-04-29T18:40:16.923" v="46"/>
          <ac:spMkLst>
            <pc:docMk/>
            <pc:sldMk cId="2559103273" sldId="256"/>
            <ac:spMk id="193" creationId="{D28B54C3-B57B-472A-B96E-1FCB67093DC2}"/>
          </ac:spMkLst>
        </pc:spChg>
        <pc:spChg chg="add del">
          <ac:chgData name="Khondker, Misal S" userId="S::khondkms01@buffalostate.edu::363f249f-62ab-41c7-9784-115e62e19b06" providerId="AD" clId="Web-{4F9D7355-ED23-B9C6-C930-D7A4C853676D}" dt="2024-04-29T18:40:16.923" v="46"/>
          <ac:spMkLst>
            <pc:docMk/>
            <pc:sldMk cId="2559103273" sldId="256"/>
            <ac:spMk id="194" creationId="{ED3707AD-8261-4357-9C64-EEC41E832582}"/>
          </ac:spMkLst>
        </pc:spChg>
        <pc:spChg chg="add del">
          <ac:chgData name="Khondker, Misal S" userId="S::khondkms01@buffalostate.edu::363f249f-62ab-41c7-9784-115e62e19b06" providerId="AD" clId="Web-{4F9D7355-ED23-B9C6-C930-D7A4C853676D}" dt="2024-04-29T18:40:16.923" v="46"/>
          <ac:spMkLst>
            <pc:docMk/>
            <pc:sldMk cId="2559103273" sldId="256"/>
            <ac:spMk id="195" creationId="{7DB3C429-F8DA-49B9-AF84-21996FCF78B5}"/>
          </ac:spMkLst>
        </pc:spChg>
        <pc:spChg chg="add del">
          <ac:chgData name="Khondker, Misal S" userId="S::khondkms01@buffalostate.edu::363f249f-62ab-41c7-9784-115e62e19b06" providerId="AD" clId="Web-{4F9D7355-ED23-B9C6-C930-D7A4C853676D}" dt="2024-04-29T18:40:16.923" v="46"/>
          <ac:spMkLst>
            <pc:docMk/>
            <pc:sldMk cId="2559103273" sldId="256"/>
            <ac:spMk id="196" creationId="{C4C9F2B0-1044-46EB-8AEB-C3BFFDE6C2CC}"/>
          </ac:spMkLst>
        </pc:spChg>
        <pc:spChg chg="add del">
          <ac:chgData name="Khondker, Misal S" userId="S::khondkms01@buffalostate.edu::363f249f-62ab-41c7-9784-115e62e19b06" providerId="AD" clId="Web-{4F9D7355-ED23-B9C6-C930-D7A4C853676D}" dt="2024-04-29T18:40:16.923" v="46"/>
          <ac:spMkLst>
            <pc:docMk/>
            <pc:sldMk cId="2559103273" sldId="256"/>
            <ac:spMk id="197" creationId="{D1B01BE8-EBAB-4286-84CC-EC07C7F957AC}"/>
          </ac:spMkLst>
        </pc:spChg>
        <pc:spChg chg="add del">
          <ac:chgData name="Khondker, Misal S" userId="S::khondkms01@buffalostate.edu::363f249f-62ab-41c7-9784-115e62e19b06" providerId="AD" clId="Web-{4F9D7355-ED23-B9C6-C930-D7A4C853676D}" dt="2024-04-29T18:40:16.923" v="46"/>
          <ac:spMkLst>
            <pc:docMk/>
            <pc:sldMk cId="2559103273" sldId="256"/>
            <ac:spMk id="198" creationId="{B810725C-984E-4EC2-A5FA-A193878CB858}"/>
          </ac:spMkLst>
        </pc:spChg>
        <pc:spChg chg="add">
          <ac:chgData name="Khondker, Misal S" userId="S::khondkms01@buffalostate.edu::363f249f-62ab-41c7-9784-115e62e19b06" providerId="AD" clId="Web-{4F9D7355-ED23-B9C6-C930-D7A4C853676D}" dt="2024-04-29T18:40:16.954" v="47"/>
          <ac:spMkLst>
            <pc:docMk/>
            <pc:sldMk cId="2559103273" sldId="256"/>
            <ac:spMk id="200" creationId="{8C790BE2-4E4F-4AAF-81A2-4A6F4885EBE6}"/>
          </ac:spMkLst>
        </pc:spChg>
        <pc:spChg chg="add">
          <ac:chgData name="Khondker, Misal S" userId="S::khondkms01@buffalostate.edu::363f249f-62ab-41c7-9784-115e62e19b06" providerId="AD" clId="Web-{4F9D7355-ED23-B9C6-C930-D7A4C853676D}" dt="2024-04-29T18:40:16.954" v="47"/>
          <ac:spMkLst>
            <pc:docMk/>
            <pc:sldMk cId="2559103273" sldId="256"/>
            <ac:spMk id="201" creationId="{D28B54C3-B57B-472A-B96E-1FCB67093DC2}"/>
          </ac:spMkLst>
        </pc:spChg>
        <pc:spChg chg="add">
          <ac:chgData name="Khondker, Misal S" userId="S::khondkms01@buffalostate.edu::363f249f-62ab-41c7-9784-115e62e19b06" providerId="AD" clId="Web-{4F9D7355-ED23-B9C6-C930-D7A4C853676D}" dt="2024-04-29T18:40:16.954" v="47"/>
          <ac:spMkLst>
            <pc:docMk/>
            <pc:sldMk cId="2559103273" sldId="256"/>
            <ac:spMk id="202" creationId="{7DB3C429-F8DA-49B9-AF84-21996FCF78B5}"/>
          </ac:spMkLst>
        </pc:spChg>
        <pc:spChg chg="add">
          <ac:chgData name="Khondker, Misal S" userId="S::khondkms01@buffalostate.edu::363f249f-62ab-41c7-9784-115e62e19b06" providerId="AD" clId="Web-{4F9D7355-ED23-B9C6-C930-D7A4C853676D}" dt="2024-04-29T18:40:16.954" v="47"/>
          <ac:spMkLst>
            <pc:docMk/>
            <pc:sldMk cId="2559103273" sldId="256"/>
            <ac:spMk id="203" creationId="{E12088DD-B1AD-40E0-8B86-1D87A2CCD9BE}"/>
          </ac:spMkLst>
        </pc:spChg>
        <pc:spChg chg="add">
          <ac:chgData name="Khondker, Misal S" userId="S::khondkms01@buffalostate.edu::363f249f-62ab-41c7-9784-115e62e19b06" providerId="AD" clId="Web-{4F9D7355-ED23-B9C6-C930-D7A4C853676D}" dt="2024-04-29T18:40:16.954" v="47"/>
          <ac:spMkLst>
            <pc:docMk/>
            <pc:sldMk cId="2559103273" sldId="256"/>
            <ac:spMk id="204" creationId="{C4C9F2B0-1044-46EB-8AEB-C3BFFDE6C2CC}"/>
          </ac:spMkLst>
        </pc:spChg>
        <pc:spChg chg="add">
          <ac:chgData name="Khondker, Misal S" userId="S::khondkms01@buffalostate.edu::363f249f-62ab-41c7-9784-115e62e19b06" providerId="AD" clId="Web-{4F9D7355-ED23-B9C6-C930-D7A4C853676D}" dt="2024-04-29T18:40:16.954" v="47"/>
          <ac:spMkLst>
            <pc:docMk/>
            <pc:sldMk cId="2559103273" sldId="256"/>
            <ac:spMk id="205" creationId="{0C395952-4E26-45A2-8756-2ADFD6E53C6E}"/>
          </ac:spMkLst>
        </pc:spChg>
        <pc:spChg chg="add">
          <ac:chgData name="Khondker, Misal S" userId="S::khondkms01@buffalostate.edu::363f249f-62ab-41c7-9784-115e62e19b06" providerId="AD" clId="Web-{4F9D7355-ED23-B9C6-C930-D7A4C853676D}" dt="2024-04-29T18:40:16.954" v="47"/>
          <ac:spMkLst>
            <pc:docMk/>
            <pc:sldMk cId="2559103273" sldId="256"/>
            <ac:spMk id="206" creationId="{4734BADF-9461-4621-B112-2D7BABEA7DD0}"/>
          </ac:spMkLst>
        </pc:spChg>
        <pc:grpChg chg="add del">
          <ac:chgData name="Khondker, Misal S" userId="S::khondkms01@buffalostate.edu::363f249f-62ab-41c7-9784-115e62e19b06" providerId="AD" clId="Web-{4F9D7355-ED23-B9C6-C930-D7A4C853676D}" dt="2024-04-29T18:25:01.495" v="17"/>
          <ac:grpSpMkLst>
            <pc:docMk/>
            <pc:sldMk cId="2559103273" sldId="256"/>
            <ac:grpSpMk id="37" creationId="{C2940EF9-7ECF-49BA-8F14-5EBC7ADE07FD}"/>
          </ac:grpSpMkLst>
        </pc:grpChg>
        <pc:grpChg chg="add del">
          <ac:chgData name="Khondker, Misal S" userId="S::khondkms01@buffalostate.edu::363f249f-62ab-41c7-9784-115e62e19b06" providerId="AD" clId="Web-{4F9D7355-ED23-B9C6-C930-D7A4C853676D}" dt="2024-04-29T18:25:01.495" v="17"/>
          <ac:grpSpMkLst>
            <pc:docMk/>
            <pc:sldMk cId="2559103273" sldId="256"/>
            <ac:grpSpMk id="42" creationId="{715C76D5-716D-420A-ABDC-55BF6D9ED2C2}"/>
          </ac:grpSpMkLst>
        </pc:grpChg>
        <pc:grpChg chg="add del">
          <ac:chgData name="Khondker, Misal S" userId="S::khondkms01@buffalostate.edu::363f249f-62ab-41c7-9784-115e62e19b06" providerId="AD" clId="Web-{4F9D7355-ED23-B9C6-C930-D7A4C853676D}" dt="2024-04-29T18:25:01.495" v="17"/>
          <ac:grpSpMkLst>
            <pc:docMk/>
            <pc:sldMk cId="2559103273" sldId="256"/>
            <ac:grpSpMk id="45" creationId="{DD107650-C271-404F-98D8-BB8E7E030643}"/>
          </ac:grpSpMkLst>
        </pc:grpChg>
        <pc:grpChg chg="add del">
          <ac:chgData name="Khondker, Misal S" userId="S::khondkms01@buffalostate.edu::363f249f-62ab-41c7-9784-115e62e19b06" providerId="AD" clId="Web-{4F9D7355-ED23-B9C6-C930-D7A4C853676D}" dt="2024-04-29T18:36:54.861" v="22"/>
          <ac:grpSpMkLst>
            <pc:docMk/>
            <pc:sldMk cId="2559103273" sldId="256"/>
            <ac:grpSpMk id="77" creationId="{C2940EF9-7ECF-49BA-8F14-5EBC7ADE07FD}"/>
          </ac:grpSpMkLst>
        </pc:grpChg>
        <pc:grpChg chg="add del">
          <ac:chgData name="Khondker, Misal S" userId="S::khondkms01@buffalostate.edu::363f249f-62ab-41c7-9784-115e62e19b06" providerId="AD" clId="Web-{4F9D7355-ED23-B9C6-C930-D7A4C853676D}" dt="2024-04-29T18:36:54.861" v="22"/>
          <ac:grpSpMkLst>
            <pc:docMk/>
            <pc:sldMk cId="2559103273" sldId="256"/>
            <ac:grpSpMk id="85" creationId="{DD107650-C271-404F-98D8-BB8E7E030643}"/>
          </ac:grpSpMkLst>
        </pc:grpChg>
        <pc:grpChg chg="add del">
          <ac:chgData name="Khondker, Misal S" userId="S::khondkms01@buffalostate.edu::363f249f-62ab-41c7-9784-115e62e19b06" providerId="AD" clId="Web-{4F9D7355-ED23-B9C6-C930-D7A4C853676D}" dt="2024-04-29T18:40:16.954" v="47"/>
          <ac:grpSpMkLst>
            <pc:docMk/>
            <pc:sldMk cId="2559103273" sldId="256"/>
            <ac:grpSpMk id="88" creationId="{5EB3C7E5-50E1-4F9E-AEA3-A6D2190394F1}"/>
          </ac:grpSpMkLst>
        </pc:grpChg>
        <pc:grpChg chg="add del">
          <ac:chgData name="Khondker, Misal S" userId="S::khondkms01@buffalostate.edu::363f249f-62ab-41c7-9784-115e62e19b06" providerId="AD" clId="Web-{4F9D7355-ED23-B9C6-C930-D7A4C853676D}" dt="2024-04-29T18:36:54.861" v="22"/>
          <ac:grpSpMkLst>
            <pc:docMk/>
            <pc:sldMk cId="2559103273" sldId="256"/>
            <ac:grpSpMk id="90" creationId="{715C76D5-716D-420A-ABDC-55BF6D9ED2C2}"/>
          </ac:grpSpMkLst>
        </pc:grpChg>
        <pc:grpChg chg="add del">
          <ac:chgData name="Khondker, Misal S" userId="S::khondkms01@buffalostate.edu::363f249f-62ab-41c7-9784-115e62e19b06" providerId="AD" clId="Web-{4F9D7355-ED23-B9C6-C930-D7A4C853676D}" dt="2024-04-29T18:40:16.954" v="47"/>
          <ac:grpSpMkLst>
            <pc:docMk/>
            <pc:sldMk cId="2559103273" sldId="256"/>
            <ac:grpSpMk id="95" creationId="{B988F9A4-0578-4C59-8B4A-346E02CF3A3F}"/>
          </ac:grpSpMkLst>
        </pc:grpChg>
        <pc:grpChg chg="add del">
          <ac:chgData name="Khondker, Misal S" userId="S::khondkms01@buffalostate.edu::363f249f-62ab-41c7-9784-115e62e19b06" providerId="AD" clId="Web-{4F9D7355-ED23-B9C6-C930-D7A4C853676D}" dt="2024-04-29T18:38:33.243" v="36"/>
          <ac:grpSpMkLst>
            <pc:docMk/>
            <pc:sldMk cId="2559103273" sldId="256"/>
            <ac:grpSpMk id="118" creationId="{34042933-0A94-4AA9-97E0-FB2288C19113}"/>
          </ac:grpSpMkLst>
        </pc:grpChg>
        <pc:grpChg chg="add del">
          <ac:chgData name="Khondker, Misal S" userId="S::khondkms01@buffalostate.edu::363f249f-62ab-41c7-9784-115e62e19b06" providerId="AD" clId="Web-{4F9D7355-ED23-B9C6-C930-D7A4C853676D}" dt="2024-04-29T18:39:39.655" v="40"/>
          <ac:grpSpMkLst>
            <pc:docMk/>
            <pc:sldMk cId="2559103273" sldId="256"/>
            <ac:grpSpMk id="125" creationId="{C2940EF9-7ECF-49BA-8F14-5EBC7ADE07FD}"/>
          </ac:grpSpMkLst>
        </pc:grpChg>
        <pc:grpChg chg="add del">
          <ac:chgData name="Khondker, Misal S" userId="S::khondkms01@buffalostate.edu::363f249f-62ab-41c7-9784-115e62e19b06" providerId="AD" clId="Web-{4F9D7355-ED23-B9C6-C930-D7A4C853676D}" dt="2024-04-29T18:38:33.243" v="36"/>
          <ac:grpSpMkLst>
            <pc:docMk/>
            <pc:sldMk cId="2559103273" sldId="256"/>
            <ac:grpSpMk id="130" creationId="{8FC90B1E-0223-4440-AF22-8F32F6F0C7D2}"/>
          </ac:grpSpMkLst>
        </pc:grpChg>
        <pc:grpChg chg="add del">
          <ac:chgData name="Khondker, Misal S" userId="S::khondkms01@buffalostate.edu::363f249f-62ab-41c7-9784-115e62e19b06" providerId="AD" clId="Web-{4F9D7355-ED23-B9C6-C930-D7A4C853676D}" dt="2024-04-29T18:39:39.655" v="40"/>
          <ac:grpSpMkLst>
            <pc:docMk/>
            <pc:sldMk cId="2559103273" sldId="256"/>
            <ac:grpSpMk id="133" creationId="{DD107650-C271-404F-98D8-BB8E7E030643}"/>
          </ac:grpSpMkLst>
        </pc:grpChg>
        <pc:grpChg chg="add del">
          <ac:chgData name="Khondker, Misal S" userId="S::khondkms01@buffalostate.edu::363f249f-62ab-41c7-9784-115e62e19b06" providerId="AD" clId="Web-{4F9D7355-ED23-B9C6-C930-D7A4C853676D}" dt="2024-04-29T18:38:33.243" v="36"/>
          <ac:grpSpMkLst>
            <pc:docMk/>
            <pc:sldMk cId="2559103273" sldId="256"/>
            <ac:grpSpMk id="136" creationId="{11CE155D-684B-4F5E-B835-C52765E310E7}"/>
          </ac:grpSpMkLst>
        </pc:grpChg>
        <pc:grpChg chg="add del">
          <ac:chgData name="Khondker, Misal S" userId="S::khondkms01@buffalostate.edu::363f249f-62ab-41c7-9784-115e62e19b06" providerId="AD" clId="Web-{4F9D7355-ED23-B9C6-C930-D7A4C853676D}" dt="2024-04-29T18:39:39.655" v="40"/>
          <ac:grpSpMkLst>
            <pc:docMk/>
            <pc:sldMk cId="2559103273" sldId="256"/>
            <ac:grpSpMk id="149" creationId="{715C76D5-716D-420A-ABDC-55BF6D9ED2C2}"/>
          </ac:grpSpMkLst>
        </pc:grpChg>
        <pc:grpChg chg="add del">
          <ac:chgData name="Khondker, Misal S" userId="S::khondkms01@buffalostate.edu::363f249f-62ab-41c7-9784-115e62e19b06" providerId="AD" clId="Web-{4F9D7355-ED23-B9C6-C930-D7A4C853676D}" dt="2024-04-29T18:39:56.593" v="42"/>
          <ac:grpSpMkLst>
            <pc:docMk/>
            <pc:sldMk cId="2559103273" sldId="256"/>
            <ac:grpSpMk id="162" creationId="{D3FD0FA2-301C-4DE0-A224-4432DD18D9F8}"/>
          </ac:grpSpMkLst>
        </pc:grpChg>
        <pc:grpChg chg="add del">
          <ac:chgData name="Khondker, Misal S" userId="S::khondkms01@buffalostate.edu::363f249f-62ab-41c7-9784-115e62e19b06" providerId="AD" clId="Web-{4F9D7355-ED23-B9C6-C930-D7A4C853676D}" dt="2024-04-29T18:39:56.593" v="42"/>
          <ac:grpSpMkLst>
            <pc:docMk/>
            <pc:sldMk cId="2559103273" sldId="256"/>
            <ac:grpSpMk id="169" creationId="{8808773A-7E2A-4725-A18F-9F75C8B704BC}"/>
          </ac:grpSpMkLst>
        </pc:grpChg>
        <pc:grpChg chg="add del">
          <ac:chgData name="Khondker, Misal S" userId="S::khondkms01@buffalostate.edu::363f249f-62ab-41c7-9784-115e62e19b06" providerId="AD" clId="Web-{4F9D7355-ED23-B9C6-C930-D7A4C853676D}" dt="2024-04-29T18:39:56.593" v="42"/>
          <ac:grpSpMkLst>
            <pc:docMk/>
            <pc:sldMk cId="2559103273" sldId="256"/>
            <ac:grpSpMk id="173" creationId="{48B3BD25-0D0D-4469-8795-BB3D2C29E575}"/>
          </ac:grpSpMkLst>
        </pc:grpChg>
        <pc:grpChg chg="add del">
          <ac:chgData name="Khondker, Misal S" userId="S::khondkms01@buffalostate.edu::363f249f-62ab-41c7-9784-115e62e19b06" providerId="AD" clId="Web-{4F9D7355-ED23-B9C6-C930-D7A4C853676D}" dt="2024-04-29T18:40:08.626" v="44"/>
          <ac:grpSpMkLst>
            <pc:docMk/>
            <pc:sldMk cId="2559103273" sldId="256"/>
            <ac:grpSpMk id="178" creationId="{C7518FAB-64B0-4F23-BD36-3AE031647E27}"/>
          </ac:grpSpMkLst>
        </pc:grpChg>
        <pc:grpChg chg="add del">
          <ac:chgData name="Khondker, Misal S" userId="S::khondkms01@buffalostate.edu::363f249f-62ab-41c7-9784-115e62e19b06" providerId="AD" clId="Web-{4F9D7355-ED23-B9C6-C930-D7A4C853676D}" dt="2024-04-29T18:40:08.626" v="44"/>
          <ac:grpSpMkLst>
            <pc:docMk/>
            <pc:sldMk cId="2559103273" sldId="256"/>
            <ac:grpSpMk id="185" creationId="{6D100F4E-5FD6-4EE5-976D-00AC6A8C4B42}"/>
          </ac:grpSpMkLst>
        </pc:grpChg>
        <pc:grpChg chg="add del">
          <ac:chgData name="Khondker, Misal S" userId="S::khondkms01@buffalostate.edu::363f249f-62ab-41c7-9784-115e62e19b06" providerId="AD" clId="Web-{4F9D7355-ED23-B9C6-C930-D7A4C853676D}" dt="2024-04-29T18:40:08.626" v="44"/>
          <ac:grpSpMkLst>
            <pc:docMk/>
            <pc:sldMk cId="2559103273" sldId="256"/>
            <ac:grpSpMk id="189" creationId="{6AAD412C-DCE5-4620-A3F0-66AF79C62F3E}"/>
          </ac:grpSpMkLst>
        </pc:grpChg>
        <pc:picChg chg="add del">
          <ac:chgData name="Khondker, Misal S" userId="S::khondkms01@buffalostate.edu::363f249f-62ab-41c7-9784-115e62e19b06" providerId="AD" clId="Web-{4F9D7355-ED23-B9C6-C930-D7A4C853676D}" dt="2024-04-29T18:24:51.541" v="15"/>
          <ac:picMkLst>
            <pc:docMk/>
            <pc:sldMk cId="2559103273" sldId="256"/>
            <ac:picMk id="20" creationId="{DFCBC51C-B5CB-E6A4-4B92-E3EAA33156D8}"/>
          </ac:picMkLst>
        </pc:picChg>
        <pc:picChg chg="add del">
          <ac:chgData name="Khondker, Misal S" userId="S::khondkms01@buffalostate.edu::363f249f-62ab-41c7-9784-115e62e19b06" providerId="AD" clId="Web-{4F9D7355-ED23-B9C6-C930-D7A4C853676D}" dt="2024-04-29T18:38:33.243" v="36"/>
          <ac:picMkLst>
            <pc:docMk/>
            <pc:sldMk cId="2559103273" sldId="256"/>
            <ac:picMk id="108" creationId="{44F087A5-A645-B955-E7C8-283DBC9821E6}"/>
          </ac:picMkLst>
        </pc:picChg>
      </pc:sldChg>
      <pc:sldChg chg="modSp">
        <pc:chgData name="Khondker, Misal S" userId="S::khondkms01@buffalostate.edu::363f249f-62ab-41c7-9784-115e62e19b06" providerId="AD" clId="Web-{4F9D7355-ED23-B9C6-C930-D7A4C853676D}" dt="2024-04-29T18:16:08.799" v="10" actId="20577"/>
        <pc:sldMkLst>
          <pc:docMk/>
          <pc:sldMk cId="4089240193" sldId="257"/>
        </pc:sldMkLst>
        <pc:spChg chg="mod">
          <ac:chgData name="Khondker, Misal S" userId="S::khondkms01@buffalostate.edu::363f249f-62ab-41c7-9784-115e62e19b06" providerId="AD" clId="Web-{4F9D7355-ED23-B9C6-C930-D7A4C853676D}" dt="2024-04-29T18:16:08.799" v="10" actId="20577"/>
          <ac:spMkLst>
            <pc:docMk/>
            <pc:sldMk cId="4089240193" sldId="257"/>
            <ac:spMk id="2" creationId="{1BA4AAB6-7062-42DC-DF98-9F472F492D5F}"/>
          </ac:spMkLst>
        </pc:spChg>
      </pc:sldChg>
    </pc:docChg>
  </pc:docChgLst>
  <pc:docChgLst>
    <pc:chgData name="Khondker, Misal S" userId="S::khondkms01@buffalostate.edu::363f249f-62ab-41c7-9784-115e62e19b06" providerId="AD" clId="Web-{C1A58629-C34F-890C-DC51-81E48DF3EC44}"/>
    <pc:docChg chg="modSld">
      <pc:chgData name="Khondker, Misal S" userId="S::khondkms01@buffalostate.edu::363f249f-62ab-41c7-9784-115e62e19b06" providerId="AD" clId="Web-{C1A58629-C34F-890C-DC51-81E48DF3EC44}" dt="2024-05-01T18:21:04.363" v="10"/>
      <pc:docMkLst>
        <pc:docMk/>
      </pc:docMkLst>
      <pc:sldChg chg="addSp delSp modSp mod setBg">
        <pc:chgData name="Khondker, Misal S" userId="S::khondkms01@buffalostate.edu::363f249f-62ab-41c7-9784-115e62e19b06" providerId="AD" clId="Web-{C1A58629-C34F-890C-DC51-81E48DF3EC44}" dt="2024-05-01T18:21:04.363" v="10"/>
        <pc:sldMkLst>
          <pc:docMk/>
          <pc:sldMk cId="1704301808" sldId="259"/>
        </pc:sldMkLst>
        <pc:spChg chg="mod">
          <ac:chgData name="Khondker, Misal S" userId="S::khondkms01@buffalostate.edu::363f249f-62ab-41c7-9784-115e62e19b06" providerId="AD" clId="Web-{C1A58629-C34F-890C-DC51-81E48DF3EC44}" dt="2024-05-01T18:21:04.363" v="10"/>
          <ac:spMkLst>
            <pc:docMk/>
            <pc:sldMk cId="1704301808" sldId="259"/>
            <ac:spMk id="2" creationId="{3546F2FF-DB37-9285-D627-1A62ADE43F34}"/>
          </ac:spMkLst>
        </pc:spChg>
        <pc:spChg chg="add del mod">
          <ac:chgData name="Khondker, Misal S" userId="S::khondkms01@buffalostate.edu::363f249f-62ab-41c7-9784-115e62e19b06" providerId="AD" clId="Web-{C1A58629-C34F-890C-DC51-81E48DF3EC44}" dt="2024-05-01T18:20:22.988" v="1"/>
          <ac:spMkLst>
            <pc:docMk/>
            <pc:sldMk cId="1704301808" sldId="259"/>
            <ac:spMk id="5" creationId="{D9548447-4438-8C75-EB31-03E13F843E51}"/>
          </ac:spMkLst>
        </pc:spChg>
        <pc:spChg chg="add del">
          <ac:chgData name="Khondker, Misal S" userId="S::khondkms01@buffalostate.edu::363f249f-62ab-41c7-9784-115e62e19b06" providerId="AD" clId="Web-{C1A58629-C34F-890C-DC51-81E48DF3EC44}" dt="2024-05-01T18:21:04.363" v="9"/>
          <ac:spMkLst>
            <pc:docMk/>
            <pc:sldMk cId="1704301808" sldId="259"/>
            <ac:spMk id="8" creationId="{3AFE8227-C443-417B-BA91-520EB1EF4559}"/>
          </ac:spMkLst>
        </pc:spChg>
        <pc:spChg chg="add del">
          <ac:chgData name="Khondker, Misal S" userId="S::khondkms01@buffalostate.edu::363f249f-62ab-41c7-9784-115e62e19b06" providerId="AD" clId="Web-{C1A58629-C34F-890C-DC51-81E48DF3EC44}" dt="2024-05-01T18:21:04.363" v="9"/>
          <ac:spMkLst>
            <pc:docMk/>
            <pc:sldMk cId="1704301808" sldId="259"/>
            <ac:spMk id="10" creationId="{ECBC0CFE-58CA-C57A-ABE4-29D2B89CFC83}"/>
          </ac:spMkLst>
        </pc:spChg>
        <pc:spChg chg="add del">
          <ac:chgData name="Khondker, Misal S" userId="S::khondkms01@buffalostate.edu::363f249f-62ab-41c7-9784-115e62e19b06" providerId="AD" clId="Web-{C1A58629-C34F-890C-DC51-81E48DF3EC44}" dt="2024-05-01T18:20:33.754" v="3"/>
          <ac:spMkLst>
            <pc:docMk/>
            <pc:sldMk cId="1704301808" sldId="259"/>
            <ac:spMk id="11" creationId="{D4771268-CB57-404A-9271-370EB28F6090}"/>
          </ac:spMkLst>
        </pc:spChg>
        <pc:spChg chg="add del">
          <ac:chgData name="Khondker, Misal S" userId="S::khondkms01@buffalostate.edu::363f249f-62ab-41c7-9784-115e62e19b06" providerId="AD" clId="Web-{C1A58629-C34F-890C-DC51-81E48DF3EC44}" dt="2024-05-01T18:20:36.160" v="5"/>
          <ac:spMkLst>
            <pc:docMk/>
            <pc:sldMk cId="1704301808" sldId="259"/>
            <ac:spMk id="13" creationId="{D12DDE76-C203-4047-9998-63900085B5E8}"/>
          </ac:spMkLst>
        </pc:spChg>
        <pc:spChg chg="add del">
          <ac:chgData name="Khondker, Misal S" userId="S::khondkms01@buffalostate.edu::363f249f-62ab-41c7-9784-115e62e19b06" providerId="AD" clId="Web-{C1A58629-C34F-890C-DC51-81E48DF3EC44}" dt="2024-05-01T18:21:04.363" v="9"/>
          <ac:spMkLst>
            <pc:docMk/>
            <pc:sldMk cId="1704301808" sldId="259"/>
            <ac:spMk id="15" creationId="{907741FC-B544-4A6E-B831-6789D042333D}"/>
          </ac:spMkLst>
        </pc:spChg>
        <pc:spChg chg="add del">
          <ac:chgData name="Khondker, Misal S" userId="S::khondkms01@buffalostate.edu::363f249f-62ab-41c7-9784-115e62e19b06" providerId="AD" clId="Web-{C1A58629-C34F-890C-DC51-81E48DF3EC44}" dt="2024-05-01T18:21:04.363" v="9"/>
          <ac:spMkLst>
            <pc:docMk/>
            <pc:sldMk cId="1704301808" sldId="259"/>
            <ac:spMk id="17" creationId="{3F0BE7ED-7814-4273-B18A-F26CC0380380}"/>
          </ac:spMkLst>
        </pc:spChg>
        <pc:spChg chg="add">
          <ac:chgData name="Khondker, Misal S" userId="S::khondkms01@buffalostate.edu::363f249f-62ab-41c7-9784-115e62e19b06" providerId="AD" clId="Web-{C1A58629-C34F-890C-DC51-81E48DF3EC44}" dt="2024-05-01T18:21:04.363" v="10"/>
          <ac:spMkLst>
            <pc:docMk/>
            <pc:sldMk cId="1704301808" sldId="259"/>
            <ac:spMk id="19" creationId="{D4771268-CB57-404A-9271-370EB28F6090}"/>
          </ac:spMkLst>
        </pc:spChg>
        <pc:picChg chg="del">
          <ac:chgData name="Khondker, Misal S" userId="S::khondkms01@buffalostate.edu::363f249f-62ab-41c7-9784-115e62e19b06" providerId="AD" clId="Web-{C1A58629-C34F-890C-DC51-81E48DF3EC44}" dt="2024-05-01T18:19:49.004" v="0"/>
          <ac:picMkLst>
            <pc:docMk/>
            <pc:sldMk cId="1704301808" sldId="259"/>
            <ac:picMk id="4" creationId="{C9B84491-703C-E034-759E-EA609E4A0288}"/>
          </ac:picMkLst>
        </pc:picChg>
        <pc:picChg chg="add mod ord">
          <ac:chgData name="Khondker, Misal S" userId="S::khondkms01@buffalostate.edu::363f249f-62ab-41c7-9784-115e62e19b06" providerId="AD" clId="Web-{C1A58629-C34F-890C-DC51-81E48DF3EC44}" dt="2024-05-01T18:21:04.363" v="10"/>
          <ac:picMkLst>
            <pc:docMk/>
            <pc:sldMk cId="1704301808" sldId="259"/>
            <ac:picMk id="6" creationId="{5D440525-9D24-231F-37FB-640136A46C94}"/>
          </ac:picMkLst>
        </pc:picChg>
      </pc:sldChg>
    </pc:docChg>
  </pc:docChgLst>
  <pc:docChgLst>
    <pc:chgData name="Thompson, Ryan G" userId="S::thompsrg01@buffalostate.edu::7952b2d2-9ba3-426d-857f-a9813517702c" providerId="AD" clId="Web-{48864C5C-5580-0047-F3BD-CA40D33E0ECA}"/>
    <pc:docChg chg="modSld sldOrd">
      <pc:chgData name="Thompson, Ryan G" userId="S::thompsrg01@buffalostate.edu::7952b2d2-9ba3-426d-857f-a9813517702c" providerId="AD" clId="Web-{48864C5C-5580-0047-F3BD-CA40D33E0ECA}" dt="2024-04-30T21:30:59.636" v="413"/>
      <pc:docMkLst>
        <pc:docMk/>
      </pc:docMkLst>
      <pc:sldChg chg="modSp">
        <pc:chgData name="Thompson, Ryan G" userId="S::thompsrg01@buffalostate.edu::7952b2d2-9ba3-426d-857f-a9813517702c" providerId="AD" clId="Web-{48864C5C-5580-0047-F3BD-CA40D33E0ECA}" dt="2024-04-30T21:03:47.581" v="181" actId="20577"/>
        <pc:sldMkLst>
          <pc:docMk/>
          <pc:sldMk cId="2559103273" sldId="256"/>
        </pc:sldMkLst>
        <pc:spChg chg="mod">
          <ac:chgData name="Thompson, Ryan G" userId="S::thompsrg01@buffalostate.edu::7952b2d2-9ba3-426d-857f-a9813517702c" providerId="AD" clId="Web-{48864C5C-5580-0047-F3BD-CA40D33E0ECA}" dt="2024-04-30T21:03:47.581" v="181" actId="20577"/>
          <ac:spMkLst>
            <pc:docMk/>
            <pc:sldMk cId="2559103273" sldId="256"/>
            <ac:spMk id="2" creationId="{6F209397-20ED-88B3-074A-82E849EBDF66}"/>
          </ac:spMkLst>
        </pc:spChg>
        <pc:spChg chg="mod">
          <ac:chgData name="Thompson, Ryan G" userId="S::thompsrg01@buffalostate.edu::7952b2d2-9ba3-426d-857f-a9813517702c" providerId="AD" clId="Web-{48864C5C-5580-0047-F3BD-CA40D33E0ECA}" dt="2024-04-30T21:03:19.345" v="178" actId="14100"/>
          <ac:spMkLst>
            <pc:docMk/>
            <pc:sldMk cId="2559103273" sldId="256"/>
            <ac:spMk id="3" creationId="{0C0097E4-A373-0C2A-1E11-7FE5F2DBC1A1}"/>
          </ac:spMkLst>
        </pc:spChg>
      </pc:sldChg>
      <pc:sldChg chg="modSp">
        <pc:chgData name="Thompson, Ryan G" userId="S::thompsrg01@buffalostate.edu::7952b2d2-9ba3-426d-857f-a9813517702c" providerId="AD" clId="Web-{48864C5C-5580-0047-F3BD-CA40D33E0ECA}" dt="2024-04-30T21:02:43.828" v="175" actId="20577"/>
        <pc:sldMkLst>
          <pc:docMk/>
          <pc:sldMk cId="4089240193" sldId="257"/>
        </pc:sldMkLst>
        <pc:spChg chg="mod">
          <ac:chgData name="Thompson, Ryan G" userId="S::thompsrg01@buffalostate.edu::7952b2d2-9ba3-426d-857f-a9813517702c" providerId="AD" clId="Web-{48864C5C-5580-0047-F3BD-CA40D33E0ECA}" dt="2024-04-30T21:02:43.828" v="175" actId="20577"/>
          <ac:spMkLst>
            <pc:docMk/>
            <pc:sldMk cId="4089240193" sldId="257"/>
            <ac:spMk id="2" creationId="{1BA4AAB6-7062-42DC-DF98-9F472F492D5F}"/>
          </ac:spMkLst>
        </pc:spChg>
      </pc:sldChg>
      <pc:sldChg chg="ord">
        <pc:chgData name="Thompson, Ryan G" userId="S::thompsrg01@buffalostate.edu::7952b2d2-9ba3-426d-857f-a9813517702c" providerId="AD" clId="Web-{48864C5C-5580-0047-F3BD-CA40D33E0ECA}" dt="2024-04-30T21:09:41.155" v="273"/>
        <pc:sldMkLst>
          <pc:docMk/>
          <pc:sldMk cId="1704301808" sldId="259"/>
        </pc:sldMkLst>
      </pc:sldChg>
      <pc:sldChg chg="addSp modSp mod setBg">
        <pc:chgData name="Thompson, Ryan G" userId="S::thompsrg01@buffalostate.edu::7952b2d2-9ba3-426d-857f-a9813517702c" providerId="AD" clId="Web-{48864C5C-5580-0047-F3BD-CA40D33E0ECA}" dt="2024-04-30T21:12:11.207" v="286" actId="20577"/>
        <pc:sldMkLst>
          <pc:docMk/>
          <pc:sldMk cId="2348693564" sldId="266"/>
        </pc:sldMkLst>
        <pc:spChg chg="mod">
          <ac:chgData name="Thompson, Ryan G" userId="S::thompsrg01@buffalostate.edu::7952b2d2-9ba3-426d-857f-a9813517702c" providerId="AD" clId="Web-{48864C5C-5580-0047-F3BD-CA40D33E0ECA}" dt="2024-04-30T21:12:11.207" v="286" actId="20577"/>
          <ac:spMkLst>
            <pc:docMk/>
            <pc:sldMk cId="2348693564" sldId="266"/>
            <ac:spMk id="2" creationId="{AF98B6C7-0F9E-B54F-A44A-6C6F4416B48C}"/>
          </ac:spMkLst>
        </pc:spChg>
        <pc:spChg chg="add">
          <ac:chgData name="Thompson, Ryan G" userId="S::thompsrg01@buffalostate.edu::7952b2d2-9ba3-426d-857f-a9813517702c" providerId="AD" clId="Web-{48864C5C-5580-0047-F3BD-CA40D33E0ECA}" dt="2024-04-30T21:11:59.753" v="285"/>
          <ac:spMkLst>
            <pc:docMk/>
            <pc:sldMk cId="2348693564" sldId="266"/>
            <ac:spMk id="9" creationId="{BACC6370-2D7E-4714-9D71-7542949D7D5D}"/>
          </ac:spMkLst>
        </pc:spChg>
        <pc:spChg chg="add">
          <ac:chgData name="Thompson, Ryan G" userId="S::thompsrg01@buffalostate.edu::7952b2d2-9ba3-426d-857f-a9813517702c" providerId="AD" clId="Web-{48864C5C-5580-0047-F3BD-CA40D33E0ECA}" dt="2024-04-30T21:11:59.753" v="285"/>
          <ac:spMkLst>
            <pc:docMk/>
            <pc:sldMk cId="2348693564" sldId="266"/>
            <ac:spMk id="11" creationId="{F68B3F68-107C-434F-AA38-110D5EA91B85}"/>
          </ac:spMkLst>
        </pc:spChg>
        <pc:spChg chg="add">
          <ac:chgData name="Thompson, Ryan G" userId="S::thompsrg01@buffalostate.edu::7952b2d2-9ba3-426d-857f-a9813517702c" providerId="AD" clId="Web-{48864C5C-5580-0047-F3BD-CA40D33E0ECA}" dt="2024-04-30T21:11:59.753" v="285"/>
          <ac:spMkLst>
            <pc:docMk/>
            <pc:sldMk cId="2348693564" sldId="266"/>
            <ac:spMk id="13" creationId="{AAD0DBB9-1A4B-4391-81D4-CB19F9AB918A}"/>
          </ac:spMkLst>
        </pc:spChg>
        <pc:spChg chg="add">
          <ac:chgData name="Thompson, Ryan G" userId="S::thompsrg01@buffalostate.edu::7952b2d2-9ba3-426d-857f-a9813517702c" providerId="AD" clId="Web-{48864C5C-5580-0047-F3BD-CA40D33E0ECA}" dt="2024-04-30T21:11:59.753" v="285"/>
          <ac:spMkLst>
            <pc:docMk/>
            <pc:sldMk cId="2348693564" sldId="266"/>
            <ac:spMk id="15" creationId="{063BBA22-50EA-4C4D-BE05-F1CE4E63AA56}"/>
          </ac:spMkLst>
        </pc:spChg>
        <pc:graphicFrameChg chg="mod modGraphic">
          <ac:chgData name="Thompson, Ryan G" userId="S::thompsrg01@buffalostate.edu::7952b2d2-9ba3-426d-857f-a9813517702c" providerId="AD" clId="Web-{48864C5C-5580-0047-F3BD-CA40D33E0ECA}" dt="2024-04-30T21:11:59.753" v="285"/>
          <ac:graphicFrameMkLst>
            <pc:docMk/>
            <pc:sldMk cId="2348693564" sldId="266"/>
            <ac:graphicFrameMk id="4" creationId="{441AFD05-1716-24E9-2760-5A6738B0FB1B}"/>
          </ac:graphicFrameMkLst>
        </pc:graphicFrameChg>
      </pc:sldChg>
      <pc:sldChg chg="modSp">
        <pc:chgData name="Thompson, Ryan G" userId="S::thompsrg01@buffalostate.edu::7952b2d2-9ba3-426d-857f-a9813517702c" providerId="AD" clId="Web-{48864C5C-5580-0047-F3BD-CA40D33E0ECA}" dt="2024-04-30T21:22:16.181" v="411"/>
        <pc:sldMkLst>
          <pc:docMk/>
          <pc:sldMk cId="534255321" sldId="267"/>
        </pc:sldMkLst>
        <pc:graphicFrameChg chg="mod modGraphic">
          <ac:chgData name="Thompson, Ryan G" userId="S::thompsrg01@buffalostate.edu::7952b2d2-9ba3-426d-857f-a9813517702c" providerId="AD" clId="Web-{48864C5C-5580-0047-F3BD-CA40D33E0ECA}" dt="2024-04-30T21:22:16.181" v="411"/>
          <ac:graphicFrameMkLst>
            <pc:docMk/>
            <pc:sldMk cId="534255321" sldId="267"/>
            <ac:graphicFrameMk id="5" creationId="{41F7017F-A4F1-0BA0-8A82-A6D357796EC9}"/>
          </ac:graphicFrameMkLst>
        </pc:graphicFrameChg>
      </pc:sldChg>
      <pc:sldChg chg="modSp">
        <pc:chgData name="Thompson, Ryan G" userId="S::thompsrg01@buffalostate.edu::7952b2d2-9ba3-426d-857f-a9813517702c" providerId="AD" clId="Web-{48864C5C-5580-0047-F3BD-CA40D33E0ECA}" dt="2024-04-30T20:52:19.761" v="38" actId="1076"/>
        <pc:sldMkLst>
          <pc:docMk/>
          <pc:sldMk cId="494953335" sldId="268"/>
        </pc:sldMkLst>
        <pc:graphicFrameChg chg="mod modGraphic">
          <ac:chgData name="Thompson, Ryan G" userId="S::thompsrg01@buffalostate.edu::7952b2d2-9ba3-426d-857f-a9813517702c" providerId="AD" clId="Web-{48864C5C-5580-0047-F3BD-CA40D33E0ECA}" dt="2024-04-30T20:52:19.761" v="38" actId="1076"/>
          <ac:graphicFrameMkLst>
            <pc:docMk/>
            <pc:sldMk cId="494953335" sldId="268"/>
            <ac:graphicFrameMk id="21" creationId="{5E4911C8-F6C4-8A88-A6C4-51C6FF634C30}"/>
          </ac:graphicFrameMkLst>
        </pc:graphicFrameChg>
      </pc:sldChg>
      <pc:sldChg chg="ord">
        <pc:chgData name="Thompson, Ryan G" userId="S::thompsrg01@buffalostate.edu::7952b2d2-9ba3-426d-857f-a9813517702c" providerId="AD" clId="Web-{48864C5C-5580-0047-F3BD-CA40D33E0ECA}" dt="2024-04-30T21:09:29.389" v="271"/>
        <pc:sldMkLst>
          <pc:docMk/>
          <pc:sldMk cId="798865949" sldId="269"/>
        </pc:sldMkLst>
      </pc:sldChg>
      <pc:sldChg chg="ord">
        <pc:chgData name="Thompson, Ryan G" userId="S::thompsrg01@buffalostate.edu::7952b2d2-9ba3-426d-857f-a9813517702c" providerId="AD" clId="Web-{48864C5C-5580-0047-F3BD-CA40D33E0ECA}" dt="2024-04-30T21:09:20.967" v="270"/>
        <pc:sldMkLst>
          <pc:docMk/>
          <pc:sldMk cId="504265764" sldId="270"/>
        </pc:sldMkLst>
      </pc:sldChg>
      <pc:sldChg chg="modSp">
        <pc:chgData name="Thompson, Ryan G" userId="S::thompsrg01@buffalostate.edu::7952b2d2-9ba3-426d-857f-a9813517702c" providerId="AD" clId="Web-{48864C5C-5580-0047-F3BD-CA40D33E0ECA}" dt="2024-04-30T20:52:54.902" v="39" actId="1076"/>
        <pc:sldMkLst>
          <pc:docMk/>
          <pc:sldMk cId="3017323349" sldId="271"/>
        </pc:sldMkLst>
        <pc:graphicFrameChg chg="mod">
          <ac:chgData name="Thompson, Ryan G" userId="S::thompsrg01@buffalostate.edu::7952b2d2-9ba3-426d-857f-a9813517702c" providerId="AD" clId="Web-{48864C5C-5580-0047-F3BD-CA40D33E0ECA}" dt="2024-04-30T20:52:54.902" v="39" actId="1076"/>
          <ac:graphicFrameMkLst>
            <pc:docMk/>
            <pc:sldMk cId="3017323349" sldId="271"/>
            <ac:graphicFrameMk id="4" creationId="{89449CC2-7390-4622-2AB8-9641DB8AC749}"/>
          </ac:graphicFrameMkLst>
        </pc:graphicFrameChg>
      </pc:sldChg>
      <pc:sldChg chg="modSp ord">
        <pc:chgData name="Thompson, Ryan G" userId="S::thompsrg01@buffalostate.edu::7952b2d2-9ba3-426d-857f-a9813517702c" providerId="AD" clId="Web-{48864C5C-5580-0047-F3BD-CA40D33E0ECA}" dt="2024-04-30T21:21:52.492" v="407" actId="20577"/>
        <pc:sldMkLst>
          <pc:docMk/>
          <pc:sldMk cId="2444123941" sldId="272"/>
        </pc:sldMkLst>
        <pc:spChg chg="mod">
          <ac:chgData name="Thompson, Ryan G" userId="S::thompsrg01@buffalostate.edu::7952b2d2-9ba3-426d-857f-a9813517702c" providerId="AD" clId="Web-{48864C5C-5580-0047-F3BD-CA40D33E0ECA}" dt="2024-04-30T21:21:44.554" v="404" actId="20577"/>
          <ac:spMkLst>
            <pc:docMk/>
            <pc:sldMk cId="2444123941" sldId="272"/>
            <ac:spMk id="3" creationId="{3AA99717-7BD9-17BA-65E3-242ACA5D1CDC}"/>
          </ac:spMkLst>
        </pc:spChg>
        <pc:spChg chg="mod">
          <ac:chgData name="Thompson, Ryan G" userId="S::thompsrg01@buffalostate.edu::7952b2d2-9ba3-426d-857f-a9813517702c" providerId="AD" clId="Web-{48864C5C-5580-0047-F3BD-CA40D33E0ECA}" dt="2024-04-30T21:21:52.492" v="407" actId="20577"/>
          <ac:spMkLst>
            <pc:docMk/>
            <pc:sldMk cId="2444123941" sldId="272"/>
            <ac:spMk id="4" creationId="{025ECC13-F2A2-E9EA-6EB5-3B8BED755F05}"/>
          </ac:spMkLst>
        </pc:spChg>
        <pc:graphicFrameChg chg="mod modGraphic">
          <ac:chgData name="Thompson, Ryan G" userId="S::thompsrg01@buffalostate.edu::7952b2d2-9ba3-426d-857f-a9813517702c" providerId="AD" clId="Web-{48864C5C-5580-0047-F3BD-CA40D33E0ECA}" dt="2024-04-30T21:20:50.850" v="370"/>
          <ac:graphicFrameMkLst>
            <pc:docMk/>
            <pc:sldMk cId="2444123941" sldId="272"/>
            <ac:graphicFrameMk id="7" creationId="{8EBCC6DE-5734-CF61-B9A8-83E8A93368F5}"/>
          </ac:graphicFrameMkLst>
        </pc:graphicFrameChg>
        <pc:graphicFrameChg chg="mod modGraphic">
          <ac:chgData name="Thompson, Ryan G" userId="S::thompsrg01@buffalostate.edu::7952b2d2-9ba3-426d-857f-a9813517702c" providerId="AD" clId="Web-{48864C5C-5580-0047-F3BD-CA40D33E0ECA}" dt="2024-04-30T21:20:58.990" v="403"/>
          <ac:graphicFrameMkLst>
            <pc:docMk/>
            <pc:sldMk cId="2444123941" sldId="272"/>
            <ac:graphicFrameMk id="9" creationId="{819FD414-77DC-70C1-D89C-617452E7D6C2}"/>
          </ac:graphicFrameMkLst>
        </pc:graphicFrameChg>
      </pc:sldChg>
      <pc:sldChg chg="delSp modSp ord">
        <pc:chgData name="Thompson, Ryan G" userId="S::thompsrg01@buffalostate.edu::7952b2d2-9ba3-426d-857f-a9813517702c" providerId="AD" clId="Web-{48864C5C-5580-0047-F3BD-CA40D33E0ECA}" dt="2024-04-30T21:30:59.636" v="413"/>
        <pc:sldMkLst>
          <pc:docMk/>
          <pc:sldMk cId="2491895986" sldId="273"/>
        </pc:sldMkLst>
        <pc:spChg chg="mod">
          <ac:chgData name="Thompson, Ryan G" userId="S::thompsrg01@buffalostate.edu::7952b2d2-9ba3-426d-857f-a9813517702c" providerId="AD" clId="Web-{48864C5C-5580-0047-F3BD-CA40D33E0ECA}" dt="2024-04-30T21:30:59.636" v="413"/>
          <ac:spMkLst>
            <pc:docMk/>
            <pc:sldMk cId="2491895986" sldId="273"/>
            <ac:spMk id="2" creationId="{43B60528-4D7C-EE5F-8676-39C663CBD595}"/>
          </ac:spMkLst>
        </pc:spChg>
        <pc:spChg chg="del mod">
          <ac:chgData name="Thompson, Ryan G" userId="S::thompsrg01@buffalostate.edu::7952b2d2-9ba3-426d-857f-a9813517702c" providerId="AD" clId="Web-{48864C5C-5580-0047-F3BD-CA40D33E0ECA}" dt="2024-04-30T21:15:29.339" v="323"/>
          <ac:spMkLst>
            <pc:docMk/>
            <pc:sldMk cId="2491895986" sldId="273"/>
            <ac:spMk id="4" creationId="{2618DC77-CFC5-FF36-912C-FD21E8E790A7}"/>
          </ac:spMkLst>
        </pc:spChg>
        <pc:graphicFrameChg chg="mod modGraphic">
          <ac:chgData name="Thompson, Ryan G" userId="S::thompsrg01@buffalostate.edu::7952b2d2-9ba3-426d-857f-a9813517702c" providerId="AD" clId="Web-{48864C5C-5580-0047-F3BD-CA40D33E0ECA}" dt="2024-04-30T20:53:17.059" v="42"/>
          <ac:graphicFrameMkLst>
            <pc:docMk/>
            <pc:sldMk cId="2491895986" sldId="273"/>
            <ac:graphicFrameMk id="19" creationId="{9BED4080-4E62-CBDE-CDFB-5D67873F9F8A}"/>
          </ac:graphicFrameMkLst>
        </pc:graphicFrameChg>
      </pc:sldChg>
    </pc:docChg>
  </pc:docChgLst>
  <pc:docChgLst>
    <pc:chgData name="Thompson, Ryan G" userId="S::thompsrg01@buffalostate.edu::7952b2d2-9ba3-426d-857f-a9813517702c" providerId="AD" clId="Web-{72D230E9-37FF-D741-481A-32D8E343F1EB}"/>
    <pc:docChg chg="addSld delSld modSld">
      <pc:chgData name="Thompson, Ryan G" userId="S::thompsrg01@buffalostate.edu::7952b2d2-9ba3-426d-857f-a9813517702c" providerId="AD" clId="Web-{72D230E9-37FF-D741-481A-32D8E343F1EB}" dt="2024-04-22T20:47:58.948" v="94"/>
      <pc:docMkLst>
        <pc:docMk/>
      </pc:docMkLst>
      <pc:sldChg chg="modSp">
        <pc:chgData name="Thompson, Ryan G" userId="S::thompsrg01@buffalostate.edu::7952b2d2-9ba3-426d-857f-a9813517702c" providerId="AD" clId="Web-{72D230E9-37FF-D741-481A-32D8E343F1EB}" dt="2024-04-22T20:35:57.316" v="3" actId="20577"/>
        <pc:sldMkLst>
          <pc:docMk/>
          <pc:sldMk cId="2559103273" sldId="256"/>
        </pc:sldMkLst>
        <pc:spChg chg="mod">
          <ac:chgData name="Thompson, Ryan G" userId="S::thompsrg01@buffalostate.edu::7952b2d2-9ba3-426d-857f-a9813517702c" providerId="AD" clId="Web-{72D230E9-37FF-D741-481A-32D8E343F1EB}" dt="2024-04-22T20:35:57.316" v="3" actId="20577"/>
          <ac:spMkLst>
            <pc:docMk/>
            <pc:sldMk cId="2559103273" sldId="256"/>
            <ac:spMk id="2" creationId="{6F209397-20ED-88B3-074A-82E849EBDF66}"/>
          </ac:spMkLst>
        </pc:spChg>
      </pc:sldChg>
      <pc:sldChg chg="modSp">
        <pc:chgData name="Thompson, Ryan G" userId="S::thompsrg01@buffalostate.edu::7952b2d2-9ba3-426d-857f-a9813517702c" providerId="AD" clId="Web-{72D230E9-37FF-D741-481A-32D8E343F1EB}" dt="2024-04-22T20:38:39.750" v="38" actId="20577"/>
        <pc:sldMkLst>
          <pc:docMk/>
          <pc:sldMk cId="4089240193" sldId="257"/>
        </pc:sldMkLst>
        <pc:spChg chg="mod">
          <ac:chgData name="Thompson, Ryan G" userId="S::thompsrg01@buffalostate.edu::7952b2d2-9ba3-426d-857f-a9813517702c" providerId="AD" clId="Web-{72D230E9-37FF-D741-481A-32D8E343F1EB}" dt="2024-04-22T20:38:39.750" v="38" actId="20577"/>
          <ac:spMkLst>
            <pc:docMk/>
            <pc:sldMk cId="4089240193" sldId="257"/>
            <ac:spMk id="2" creationId="{1BA4AAB6-7062-42DC-DF98-9F472F492D5F}"/>
          </ac:spMkLst>
        </pc:spChg>
      </pc:sldChg>
      <pc:sldChg chg="modSp">
        <pc:chgData name="Thompson, Ryan G" userId="S::thompsrg01@buffalostate.edu::7952b2d2-9ba3-426d-857f-a9813517702c" providerId="AD" clId="Web-{72D230E9-37FF-D741-481A-32D8E343F1EB}" dt="2024-04-22T20:37:19.010" v="16" actId="20577"/>
        <pc:sldMkLst>
          <pc:docMk/>
          <pc:sldMk cId="1092805477" sldId="258"/>
        </pc:sldMkLst>
        <pc:spChg chg="mod">
          <ac:chgData name="Thompson, Ryan G" userId="S::thompsrg01@buffalostate.edu::7952b2d2-9ba3-426d-857f-a9813517702c" providerId="AD" clId="Web-{72D230E9-37FF-D741-481A-32D8E343F1EB}" dt="2024-04-22T20:37:19.010" v="16" actId="20577"/>
          <ac:spMkLst>
            <pc:docMk/>
            <pc:sldMk cId="1092805477" sldId="258"/>
            <ac:spMk id="2" creationId="{5379B2A0-A867-9D16-08C4-ADB338BE77A6}"/>
          </ac:spMkLst>
        </pc:spChg>
      </pc:sldChg>
      <pc:sldChg chg="del">
        <pc:chgData name="Thompson, Ryan G" userId="S::thompsrg01@buffalostate.edu::7952b2d2-9ba3-426d-857f-a9813517702c" providerId="AD" clId="Web-{72D230E9-37FF-D741-481A-32D8E343F1EB}" dt="2024-04-22T20:46:31.551" v="91"/>
        <pc:sldMkLst>
          <pc:docMk/>
          <pc:sldMk cId="201031771" sldId="260"/>
        </pc:sldMkLst>
      </pc:sldChg>
      <pc:sldChg chg="modSp del">
        <pc:chgData name="Thompson, Ryan G" userId="S::thompsrg01@buffalostate.edu::7952b2d2-9ba3-426d-857f-a9813517702c" providerId="AD" clId="Web-{72D230E9-37FF-D741-481A-32D8E343F1EB}" dt="2024-04-22T20:46:25.832" v="90"/>
        <pc:sldMkLst>
          <pc:docMk/>
          <pc:sldMk cId="181188525" sldId="262"/>
        </pc:sldMkLst>
        <pc:spChg chg="mod">
          <ac:chgData name="Thompson, Ryan G" userId="S::thompsrg01@buffalostate.edu::7952b2d2-9ba3-426d-857f-a9813517702c" providerId="AD" clId="Web-{72D230E9-37FF-D741-481A-32D8E343F1EB}" dt="2024-04-22T20:39:07.924" v="54" actId="20577"/>
          <ac:spMkLst>
            <pc:docMk/>
            <pc:sldMk cId="181188525" sldId="262"/>
            <ac:spMk id="2" creationId="{D52B0F83-3006-51D7-71FA-81408FC5F044}"/>
          </ac:spMkLst>
        </pc:spChg>
      </pc:sldChg>
      <pc:sldChg chg="modSp">
        <pc:chgData name="Thompson, Ryan G" userId="S::thompsrg01@buffalostate.edu::7952b2d2-9ba3-426d-857f-a9813517702c" providerId="AD" clId="Web-{72D230E9-37FF-D741-481A-32D8E343F1EB}" dt="2024-04-22T20:46:09.940" v="89" actId="20577"/>
        <pc:sldMkLst>
          <pc:docMk/>
          <pc:sldMk cId="2526575902" sldId="265"/>
        </pc:sldMkLst>
        <pc:spChg chg="mod">
          <ac:chgData name="Thompson, Ryan G" userId="S::thompsrg01@buffalostate.edu::7952b2d2-9ba3-426d-857f-a9813517702c" providerId="AD" clId="Web-{72D230E9-37FF-D741-481A-32D8E343F1EB}" dt="2024-04-22T20:46:09.940" v="89" actId="20577"/>
          <ac:spMkLst>
            <pc:docMk/>
            <pc:sldMk cId="2526575902" sldId="265"/>
            <ac:spMk id="2" creationId="{926129CE-8499-AC3C-52D1-70CF37F05BD6}"/>
          </ac:spMkLst>
        </pc:spChg>
      </pc:sldChg>
      <pc:sldChg chg="new">
        <pc:chgData name="Thompson, Ryan G" userId="S::thompsrg01@buffalostate.edu::7952b2d2-9ba3-426d-857f-a9813517702c" providerId="AD" clId="Web-{72D230E9-37FF-D741-481A-32D8E343F1EB}" dt="2024-04-22T20:47:28.087" v="92"/>
        <pc:sldMkLst>
          <pc:docMk/>
          <pc:sldMk cId="2348693564" sldId="266"/>
        </pc:sldMkLst>
      </pc:sldChg>
      <pc:sldChg chg="new">
        <pc:chgData name="Thompson, Ryan G" userId="S::thompsrg01@buffalostate.edu::7952b2d2-9ba3-426d-857f-a9813517702c" providerId="AD" clId="Web-{72D230E9-37FF-D741-481A-32D8E343F1EB}" dt="2024-04-22T20:47:38.119" v="93"/>
        <pc:sldMkLst>
          <pc:docMk/>
          <pc:sldMk cId="534255321" sldId="267"/>
        </pc:sldMkLst>
      </pc:sldChg>
      <pc:sldChg chg="new">
        <pc:chgData name="Thompson, Ryan G" userId="S::thompsrg01@buffalostate.edu::7952b2d2-9ba3-426d-857f-a9813517702c" providerId="AD" clId="Web-{72D230E9-37FF-D741-481A-32D8E343F1EB}" dt="2024-04-22T20:47:58.948" v="94"/>
        <pc:sldMkLst>
          <pc:docMk/>
          <pc:sldMk cId="494953335" sldId="268"/>
        </pc:sldMkLst>
      </pc:sldChg>
    </pc:docChg>
  </pc:docChgLst>
  <pc:docChgLst>
    <pc:chgData name="Khondker, Misal S" userId="S::khondkms01@buffalostate.edu::363f249f-62ab-41c7-9784-115e62e19b06" providerId="AD" clId="Web-{025EF773-0217-E49C-6DD4-76E9F59D22B6}"/>
    <pc:docChg chg="modSld">
      <pc:chgData name="Khondker, Misal S" userId="S::khondkms01@buffalostate.edu::363f249f-62ab-41c7-9784-115e62e19b06" providerId="AD" clId="Web-{025EF773-0217-E49C-6DD4-76E9F59D22B6}" dt="2024-04-30T21:05:27.775" v="27" actId="20577"/>
      <pc:docMkLst>
        <pc:docMk/>
      </pc:docMkLst>
      <pc:sldChg chg="modSp">
        <pc:chgData name="Khondker, Misal S" userId="S::khondkms01@buffalostate.edu::363f249f-62ab-41c7-9784-115e62e19b06" providerId="AD" clId="Web-{025EF773-0217-E49C-6DD4-76E9F59D22B6}" dt="2024-04-30T21:05:27.775" v="27" actId="20577"/>
        <pc:sldMkLst>
          <pc:docMk/>
          <pc:sldMk cId="2559103273" sldId="256"/>
        </pc:sldMkLst>
        <pc:spChg chg="mod">
          <ac:chgData name="Khondker, Misal S" userId="S::khondkms01@buffalostate.edu::363f249f-62ab-41c7-9784-115e62e19b06" providerId="AD" clId="Web-{025EF773-0217-E49C-6DD4-76E9F59D22B6}" dt="2024-04-30T21:05:27.775" v="27" actId="20577"/>
          <ac:spMkLst>
            <pc:docMk/>
            <pc:sldMk cId="2559103273" sldId="256"/>
            <ac:spMk id="3" creationId="{0C0097E4-A373-0C2A-1E11-7FE5F2DBC1A1}"/>
          </ac:spMkLst>
        </pc:spChg>
      </pc:sldChg>
      <pc:sldChg chg="modSp">
        <pc:chgData name="Khondker, Misal S" userId="S::khondkms01@buffalostate.edu::363f249f-62ab-41c7-9784-115e62e19b06" providerId="AD" clId="Web-{025EF773-0217-E49C-6DD4-76E9F59D22B6}" dt="2024-04-30T20:45:21.796" v="1"/>
        <pc:sldMkLst>
          <pc:docMk/>
          <pc:sldMk cId="494953335" sldId="268"/>
        </pc:sldMkLst>
        <pc:graphicFrameChg chg="mod modGraphic">
          <ac:chgData name="Khondker, Misal S" userId="S::khondkms01@buffalostate.edu::363f249f-62ab-41c7-9784-115e62e19b06" providerId="AD" clId="Web-{025EF773-0217-E49C-6DD4-76E9F59D22B6}" dt="2024-04-30T20:45:21.796" v="1"/>
          <ac:graphicFrameMkLst>
            <pc:docMk/>
            <pc:sldMk cId="494953335" sldId="268"/>
            <ac:graphicFrameMk id="21" creationId="{5E4911C8-F6C4-8A88-A6C4-51C6FF634C30}"/>
          </ac:graphicFrameMkLst>
        </pc:graphicFrameChg>
      </pc:sldChg>
    </pc:docChg>
  </pc:docChgLst>
  <pc:docChgLst>
    <pc:chgData name="Khondker, Misal S" userId="S::khondkms01@buffalostate.edu::363f249f-62ab-41c7-9784-115e62e19b06" providerId="AD" clId="Web-{AB67EAB5-DD6D-BF65-3903-0CFEE742BE98}"/>
    <pc:docChg chg="modSld">
      <pc:chgData name="Khondker, Misal S" userId="S::khondkms01@buffalostate.edu::363f249f-62ab-41c7-9784-115e62e19b06" providerId="AD" clId="Web-{AB67EAB5-DD6D-BF65-3903-0CFEE742BE98}" dt="2024-04-30T19:43:20.380" v="657" actId="1076"/>
      <pc:docMkLst>
        <pc:docMk/>
      </pc:docMkLst>
      <pc:sldChg chg="addSp delSp modSp mod setBg">
        <pc:chgData name="Khondker, Misal S" userId="S::khondkms01@buffalostate.edu::363f249f-62ab-41c7-9784-115e62e19b06" providerId="AD" clId="Web-{AB67EAB5-DD6D-BF65-3903-0CFEE742BE98}" dt="2024-04-30T19:32:52.392" v="127"/>
        <pc:sldMkLst>
          <pc:docMk/>
          <pc:sldMk cId="534255321" sldId="267"/>
        </pc:sldMkLst>
        <pc:spChg chg="mod">
          <ac:chgData name="Khondker, Misal S" userId="S::khondkms01@buffalostate.edu::363f249f-62ab-41c7-9784-115e62e19b06" providerId="AD" clId="Web-{AB67EAB5-DD6D-BF65-3903-0CFEE742BE98}" dt="2024-04-30T19:29:19.042" v="108"/>
          <ac:spMkLst>
            <pc:docMk/>
            <pc:sldMk cId="534255321" sldId="267"/>
            <ac:spMk id="2" creationId="{63865AF7-9FA9-B136-1E85-25C81F40C048}"/>
          </ac:spMkLst>
        </pc:spChg>
        <pc:spChg chg="del">
          <ac:chgData name="Khondker, Misal S" userId="S::khondkms01@buffalostate.edu::363f249f-62ab-41c7-9784-115e62e19b06" providerId="AD" clId="Web-{AB67EAB5-DD6D-BF65-3903-0CFEE742BE98}" dt="2024-04-30T19:26:43.757" v="0"/>
          <ac:spMkLst>
            <pc:docMk/>
            <pc:sldMk cId="534255321" sldId="267"/>
            <ac:spMk id="3" creationId="{C8D86ABC-DFDB-B5DE-64D4-FB5516EEE437}"/>
          </ac:spMkLst>
        </pc:spChg>
        <pc:spChg chg="add del">
          <ac:chgData name="Khondker, Misal S" userId="S::khondkms01@buffalostate.edu::363f249f-62ab-41c7-9784-115e62e19b06" providerId="AD" clId="Web-{AB67EAB5-DD6D-BF65-3903-0CFEE742BE98}" dt="2024-04-30T19:29:36.918" v="109"/>
          <ac:spMkLst>
            <pc:docMk/>
            <pc:sldMk cId="534255321" sldId="267"/>
            <ac:spMk id="10" creationId="{A4E37431-20F0-4DD6-84A9-ED2B644943A2}"/>
          </ac:spMkLst>
        </pc:spChg>
        <pc:spChg chg="add del">
          <ac:chgData name="Khondker, Misal S" userId="S::khondkms01@buffalostate.edu::363f249f-62ab-41c7-9784-115e62e19b06" providerId="AD" clId="Web-{AB67EAB5-DD6D-BF65-3903-0CFEE742BE98}" dt="2024-04-30T19:29:36.918" v="109"/>
          <ac:spMkLst>
            <pc:docMk/>
            <pc:sldMk cId="534255321" sldId="267"/>
            <ac:spMk id="12" creationId="{0AE98B72-66C6-4AB4-AF0D-BA830DE86393}"/>
          </ac:spMkLst>
        </pc:spChg>
        <pc:spChg chg="add del">
          <ac:chgData name="Khondker, Misal S" userId="S::khondkms01@buffalostate.edu::363f249f-62ab-41c7-9784-115e62e19b06" providerId="AD" clId="Web-{AB67EAB5-DD6D-BF65-3903-0CFEE742BE98}" dt="2024-04-30T19:29:36.918" v="109"/>
          <ac:spMkLst>
            <pc:docMk/>
            <pc:sldMk cId="534255321" sldId="267"/>
            <ac:spMk id="14" creationId="{407EAFC6-733F-403D-BB4D-05A3A28742F1}"/>
          </ac:spMkLst>
        </pc:spChg>
        <pc:spChg chg="add del">
          <ac:chgData name="Khondker, Misal S" userId="S::khondkms01@buffalostate.edu::363f249f-62ab-41c7-9784-115e62e19b06" providerId="AD" clId="Web-{AB67EAB5-DD6D-BF65-3903-0CFEE742BE98}" dt="2024-04-30T19:29:36.918" v="109"/>
          <ac:spMkLst>
            <pc:docMk/>
            <pc:sldMk cId="534255321" sldId="267"/>
            <ac:spMk id="16" creationId="{17A36730-4CB0-4F61-AD11-A44C9765833F}"/>
          </ac:spMkLst>
        </pc:spChg>
        <pc:spChg chg="add del">
          <ac:chgData name="Khondker, Misal S" userId="S::khondkms01@buffalostate.edu::363f249f-62ab-41c7-9784-115e62e19b06" providerId="AD" clId="Web-{AB67EAB5-DD6D-BF65-3903-0CFEE742BE98}" dt="2024-04-30T19:29:36.918" v="109"/>
          <ac:spMkLst>
            <pc:docMk/>
            <pc:sldMk cId="534255321" sldId="267"/>
            <ac:spMk id="18" creationId="{C69C79E1-F916-4929-A4F3-DE763D4BFA57}"/>
          </ac:spMkLst>
        </pc:spChg>
        <pc:spChg chg="add del">
          <ac:chgData name="Khondker, Misal S" userId="S::khondkms01@buffalostate.edu::363f249f-62ab-41c7-9784-115e62e19b06" providerId="AD" clId="Web-{AB67EAB5-DD6D-BF65-3903-0CFEE742BE98}" dt="2024-04-30T19:29:36.918" v="109"/>
          <ac:spMkLst>
            <pc:docMk/>
            <pc:sldMk cId="534255321" sldId="267"/>
            <ac:spMk id="20" creationId="{767334AB-16BD-4EC7-8C6B-4B5171600933}"/>
          </ac:spMkLst>
        </pc:spChg>
        <pc:spChg chg="add">
          <ac:chgData name="Khondker, Misal S" userId="S::khondkms01@buffalostate.edu::363f249f-62ab-41c7-9784-115e62e19b06" providerId="AD" clId="Web-{AB67EAB5-DD6D-BF65-3903-0CFEE742BE98}" dt="2024-04-30T19:29:36.918" v="109"/>
          <ac:spMkLst>
            <pc:docMk/>
            <pc:sldMk cId="534255321" sldId="267"/>
            <ac:spMk id="22" creationId="{A4E37431-20F0-4DD6-84A9-ED2B644943A2}"/>
          </ac:spMkLst>
        </pc:spChg>
        <pc:spChg chg="add">
          <ac:chgData name="Khondker, Misal S" userId="S::khondkms01@buffalostate.edu::363f249f-62ab-41c7-9784-115e62e19b06" providerId="AD" clId="Web-{AB67EAB5-DD6D-BF65-3903-0CFEE742BE98}" dt="2024-04-30T19:29:36.918" v="109"/>
          <ac:spMkLst>
            <pc:docMk/>
            <pc:sldMk cId="534255321" sldId="267"/>
            <ac:spMk id="23" creationId="{0AE98B72-66C6-4AB4-AF0D-BA830DE86393}"/>
          </ac:spMkLst>
        </pc:spChg>
        <pc:spChg chg="add">
          <ac:chgData name="Khondker, Misal S" userId="S::khondkms01@buffalostate.edu::363f249f-62ab-41c7-9784-115e62e19b06" providerId="AD" clId="Web-{AB67EAB5-DD6D-BF65-3903-0CFEE742BE98}" dt="2024-04-30T19:29:36.918" v="109"/>
          <ac:spMkLst>
            <pc:docMk/>
            <pc:sldMk cId="534255321" sldId="267"/>
            <ac:spMk id="24" creationId="{407EAFC6-733F-403D-BB4D-05A3A28742F1}"/>
          </ac:spMkLst>
        </pc:spChg>
        <pc:spChg chg="add del">
          <ac:chgData name="Khondker, Misal S" userId="S::khondkms01@buffalostate.edu::363f249f-62ab-41c7-9784-115e62e19b06" providerId="AD" clId="Web-{AB67EAB5-DD6D-BF65-3903-0CFEE742BE98}" dt="2024-04-30T19:29:14.995" v="106"/>
          <ac:spMkLst>
            <pc:docMk/>
            <pc:sldMk cId="534255321" sldId="267"/>
            <ac:spMk id="25" creationId="{A4E37431-20F0-4DD6-84A9-ED2B644943A2}"/>
          </ac:spMkLst>
        </pc:spChg>
        <pc:spChg chg="add">
          <ac:chgData name="Khondker, Misal S" userId="S::khondkms01@buffalostate.edu::363f249f-62ab-41c7-9784-115e62e19b06" providerId="AD" clId="Web-{AB67EAB5-DD6D-BF65-3903-0CFEE742BE98}" dt="2024-04-30T19:29:36.918" v="109"/>
          <ac:spMkLst>
            <pc:docMk/>
            <pc:sldMk cId="534255321" sldId="267"/>
            <ac:spMk id="26" creationId="{17A36730-4CB0-4F61-AD11-A44C9765833F}"/>
          </ac:spMkLst>
        </pc:spChg>
        <pc:spChg chg="add del">
          <ac:chgData name="Khondker, Misal S" userId="S::khondkms01@buffalostate.edu::363f249f-62ab-41c7-9784-115e62e19b06" providerId="AD" clId="Web-{AB67EAB5-DD6D-BF65-3903-0CFEE742BE98}" dt="2024-04-30T19:29:14.995" v="106"/>
          <ac:spMkLst>
            <pc:docMk/>
            <pc:sldMk cId="534255321" sldId="267"/>
            <ac:spMk id="27" creationId="{0AE98B72-66C6-4AB4-AF0D-BA830DE86393}"/>
          </ac:spMkLst>
        </pc:spChg>
        <pc:spChg chg="add">
          <ac:chgData name="Khondker, Misal S" userId="S::khondkms01@buffalostate.edu::363f249f-62ab-41c7-9784-115e62e19b06" providerId="AD" clId="Web-{AB67EAB5-DD6D-BF65-3903-0CFEE742BE98}" dt="2024-04-30T19:29:36.918" v="109"/>
          <ac:spMkLst>
            <pc:docMk/>
            <pc:sldMk cId="534255321" sldId="267"/>
            <ac:spMk id="28" creationId="{C69C79E1-F916-4929-A4F3-DE763D4BFA57}"/>
          </ac:spMkLst>
        </pc:spChg>
        <pc:spChg chg="add del">
          <ac:chgData name="Khondker, Misal S" userId="S::khondkms01@buffalostate.edu::363f249f-62ab-41c7-9784-115e62e19b06" providerId="AD" clId="Web-{AB67EAB5-DD6D-BF65-3903-0CFEE742BE98}" dt="2024-04-30T19:29:14.995" v="106"/>
          <ac:spMkLst>
            <pc:docMk/>
            <pc:sldMk cId="534255321" sldId="267"/>
            <ac:spMk id="29" creationId="{407EAFC6-733F-403D-BB4D-05A3A28742F1}"/>
          </ac:spMkLst>
        </pc:spChg>
        <pc:spChg chg="add">
          <ac:chgData name="Khondker, Misal S" userId="S::khondkms01@buffalostate.edu::363f249f-62ab-41c7-9784-115e62e19b06" providerId="AD" clId="Web-{AB67EAB5-DD6D-BF65-3903-0CFEE742BE98}" dt="2024-04-30T19:29:36.918" v="109"/>
          <ac:spMkLst>
            <pc:docMk/>
            <pc:sldMk cId="534255321" sldId="267"/>
            <ac:spMk id="30" creationId="{767334AB-16BD-4EC7-8C6B-4B5171600933}"/>
          </ac:spMkLst>
        </pc:spChg>
        <pc:spChg chg="add del">
          <ac:chgData name="Khondker, Misal S" userId="S::khondkms01@buffalostate.edu::363f249f-62ab-41c7-9784-115e62e19b06" providerId="AD" clId="Web-{AB67EAB5-DD6D-BF65-3903-0CFEE742BE98}" dt="2024-04-30T19:29:14.995" v="106"/>
          <ac:spMkLst>
            <pc:docMk/>
            <pc:sldMk cId="534255321" sldId="267"/>
            <ac:spMk id="31" creationId="{17A36730-4CB0-4F61-AD11-A44C9765833F}"/>
          </ac:spMkLst>
        </pc:spChg>
        <pc:spChg chg="add del">
          <ac:chgData name="Khondker, Misal S" userId="S::khondkms01@buffalostate.edu::363f249f-62ab-41c7-9784-115e62e19b06" providerId="AD" clId="Web-{AB67EAB5-DD6D-BF65-3903-0CFEE742BE98}" dt="2024-04-30T19:29:14.995" v="106"/>
          <ac:spMkLst>
            <pc:docMk/>
            <pc:sldMk cId="534255321" sldId="267"/>
            <ac:spMk id="33" creationId="{C69C79E1-F916-4929-A4F3-DE763D4BFA57}"/>
          </ac:spMkLst>
        </pc:spChg>
        <pc:spChg chg="add del">
          <ac:chgData name="Khondker, Misal S" userId="S::khondkms01@buffalostate.edu::363f249f-62ab-41c7-9784-115e62e19b06" providerId="AD" clId="Web-{AB67EAB5-DD6D-BF65-3903-0CFEE742BE98}" dt="2024-04-30T19:29:14.995" v="106"/>
          <ac:spMkLst>
            <pc:docMk/>
            <pc:sldMk cId="534255321" sldId="267"/>
            <ac:spMk id="35" creationId="{767334AB-16BD-4EC7-8C6B-4B5171600933}"/>
          </ac:spMkLst>
        </pc:spChg>
        <pc:spChg chg="add del">
          <ac:chgData name="Khondker, Misal S" userId="S::khondkms01@buffalostate.edu::363f249f-62ab-41c7-9784-115e62e19b06" providerId="AD" clId="Web-{AB67EAB5-DD6D-BF65-3903-0CFEE742BE98}" dt="2024-04-30T19:29:19.042" v="108"/>
          <ac:spMkLst>
            <pc:docMk/>
            <pc:sldMk cId="534255321" sldId="267"/>
            <ac:spMk id="37" creationId="{A8384FB5-9ADC-4DDC-881B-597D56F5B15D}"/>
          </ac:spMkLst>
        </pc:spChg>
        <pc:spChg chg="add del">
          <ac:chgData name="Khondker, Misal S" userId="S::khondkms01@buffalostate.edu::363f249f-62ab-41c7-9784-115e62e19b06" providerId="AD" clId="Web-{AB67EAB5-DD6D-BF65-3903-0CFEE742BE98}" dt="2024-04-30T19:29:19.042" v="108"/>
          <ac:spMkLst>
            <pc:docMk/>
            <pc:sldMk cId="534255321" sldId="267"/>
            <ac:spMk id="38" creationId="{91E5A9A7-95C6-4F4F-B00E-C82E07FE62EF}"/>
          </ac:spMkLst>
        </pc:spChg>
        <pc:spChg chg="add del">
          <ac:chgData name="Khondker, Misal S" userId="S::khondkms01@buffalostate.edu::363f249f-62ab-41c7-9784-115e62e19b06" providerId="AD" clId="Web-{AB67EAB5-DD6D-BF65-3903-0CFEE742BE98}" dt="2024-04-30T19:29:19.042" v="108"/>
          <ac:spMkLst>
            <pc:docMk/>
            <pc:sldMk cId="534255321" sldId="267"/>
            <ac:spMk id="39" creationId="{D07DD2DE-F619-49DD-B5E7-03A290FF4ED1}"/>
          </ac:spMkLst>
        </pc:spChg>
        <pc:spChg chg="add del">
          <ac:chgData name="Khondker, Misal S" userId="S::khondkms01@buffalostate.edu::363f249f-62ab-41c7-9784-115e62e19b06" providerId="AD" clId="Web-{AB67EAB5-DD6D-BF65-3903-0CFEE742BE98}" dt="2024-04-30T19:29:19.042" v="108"/>
          <ac:spMkLst>
            <pc:docMk/>
            <pc:sldMk cId="534255321" sldId="267"/>
            <ac:spMk id="40" creationId="{85149191-5F60-4A28-AAFF-039F96B0F3EC}"/>
          </ac:spMkLst>
        </pc:spChg>
        <pc:spChg chg="add del">
          <ac:chgData name="Khondker, Misal S" userId="S::khondkms01@buffalostate.edu::363f249f-62ab-41c7-9784-115e62e19b06" providerId="AD" clId="Web-{AB67EAB5-DD6D-BF65-3903-0CFEE742BE98}" dt="2024-04-30T19:29:19.042" v="108"/>
          <ac:spMkLst>
            <pc:docMk/>
            <pc:sldMk cId="534255321" sldId="267"/>
            <ac:spMk id="41" creationId="{F8260ED5-17F7-4158-B241-D51DD4CF1B7E}"/>
          </ac:spMkLst>
        </pc:spChg>
        <pc:graphicFrameChg chg="add mod ord modGraphic">
          <ac:chgData name="Khondker, Misal S" userId="S::khondkms01@buffalostate.edu::363f249f-62ab-41c7-9784-115e62e19b06" providerId="AD" clId="Web-{AB67EAB5-DD6D-BF65-3903-0CFEE742BE98}" dt="2024-04-30T19:32:52.392" v="127"/>
          <ac:graphicFrameMkLst>
            <pc:docMk/>
            <pc:sldMk cId="534255321" sldId="267"/>
            <ac:graphicFrameMk id="5" creationId="{41F7017F-A4F1-0BA0-8A82-A6D357796EC9}"/>
          </ac:graphicFrameMkLst>
        </pc:graphicFrameChg>
        <pc:graphicFrameChg chg="add del mod">
          <ac:chgData name="Khondker, Misal S" userId="S::khondkms01@buffalostate.edu::363f249f-62ab-41c7-9784-115e62e19b06" providerId="AD" clId="Web-{AB67EAB5-DD6D-BF65-3903-0CFEE742BE98}" dt="2024-04-30T19:32:44.486" v="123"/>
          <ac:graphicFrameMkLst>
            <pc:docMk/>
            <pc:sldMk cId="534255321" sldId="267"/>
            <ac:graphicFrameMk id="7" creationId="{7FA11F0A-2D32-4470-2637-29FE93CDB222}"/>
          </ac:graphicFrameMkLst>
        </pc:graphicFrameChg>
      </pc:sldChg>
      <pc:sldChg chg="addSp delSp modSp mod setBg">
        <pc:chgData name="Khondker, Misal S" userId="S::khondkms01@buffalostate.edu::363f249f-62ab-41c7-9784-115e62e19b06" providerId="AD" clId="Web-{AB67EAB5-DD6D-BF65-3903-0CFEE742BE98}" dt="2024-04-30T19:43:20.380" v="657" actId="1076"/>
        <pc:sldMkLst>
          <pc:docMk/>
          <pc:sldMk cId="494953335" sldId="268"/>
        </pc:sldMkLst>
        <pc:spChg chg="mod">
          <ac:chgData name="Khondker, Misal S" userId="S::khondkms01@buffalostate.edu::363f249f-62ab-41c7-9784-115e62e19b06" providerId="AD" clId="Web-{AB67EAB5-DD6D-BF65-3903-0CFEE742BE98}" dt="2024-04-30T19:42:09.097" v="653"/>
          <ac:spMkLst>
            <pc:docMk/>
            <pc:sldMk cId="494953335" sldId="268"/>
            <ac:spMk id="2" creationId="{AF6D5301-171A-E42C-BB1D-4E820D3609A6}"/>
          </ac:spMkLst>
        </pc:spChg>
        <pc:spChg chg="del">
          <ac:chgData name="Khondker, Misal S" userId="S::khondkms01@buffalostate.edu::363f249f-62ab-41c7-9784-115e62e19b06" providerId="AD" clId="Web-{AB67EAB5-DD6D-BF65-3903-0CFEE742BE98}" dt="2024-04-30T19:34:40.036" v="128"/>
          <ac:spMkLst>
            <pc:docMk/>
            <pc:sldMk cId="494953335" sldId="268"/>
            <ac:spMk id="3" creationId="{DEFFF8B3-EEC8-D087-334D-C52687241018}"/>
          </ac:spMkLst>
        </pc:spChg>
        <pc:spChg chg="add del mod">
          <ac:chgData name="Khondker, Misal S" userId="S::khondkms01@buffalostate.edu::363f249f-62ab-41c7-9784-115e62e19b06" providerId="AD" clId="Web-{AB67EAB5-DD6D-BF65-3903-0CFEE742BE98}" dt="2024-04-30T19:36:23.602" v="260"/>
          <ac:spMkLst>
            <pc:docMk/>
            <pc:sldMk cId="494953335" sldId="268"/>
            <ac:spMk id="7" creationId="{6F1CE63D-ECE3-C23B-265D-3D8AF689A0B2}"/>
          </ac:spMkLst>
        </pc:spChg>
        <pc:spChg chg="add del mod">
          <ac:chgData name="Khondker, Misal S" userId="S::khondkms01@buffalostate.edu::363f249f-62ab-41c7-9784-115e62e19b06" providerId="AD" clId="Web-{AB67EAB5-DD6D-BF65-3903-0CFEE742BE98}" dt="2024-04-30T19:39:41.045" v="395"/>
          <ac:spMkLst>
            <pc:docMk/>
            <pc:sldMk cId="494953335" sldId="268"/>
            <ac:spMk id="11" creationId="{B2897BE4-08A6-8B6B-6E03-A7E362278CC4}"/>
          </ac:spMkLst>
        </pc:spChg>
        <pc:spChg chg="add del">
          <ac:chgData name="Khondker, Misal S" userId="S::khondkms01@buffalostate.edu::363f249f-62ab-41c7-9784-115e62e19b06" providerId="AD" clId="Web-{AB67EAB5-DD6D-BF65-3903-0CFEE742BE98}" dt="2024-04-30T19:37:06.900" v="377"/>
          <ac:spMkLst>
            <pc:docMk/>
            <pc:sldMk cId="494953335" sldId="268"/>
            <ac:spMk id="14" creationId="{A4E37431-20F0-4DD6-84A9-ED2B644943A2}"/>
          </ac:spMkLst>
        </pc:spChg>
        <pc:spChg chg="add del">
          <ac:chgData name="Khondker, Misal S" userId="S::khondkms01@buffalostate.edu::363f249f-62ab-41c7-9784-115e62e19b06" providerId="AD" clId="Web-{AB67EAB5-DD6D-BF65-3903-0CFEE742BE98}" dt="2024-04-30T19:37:06.900" v="377"/>
          <ac:spMkLst>
            <pc:docMk/>
            <pc:sldMk cId="494953335" sldId="268"/>
            <ac:spMk id="16" creationId="{0AE98B72-66C6-4AB4-AF0D-BA830DE86393}"/>
          </ac:spMkLst>
        </pc:spChg>
        <pc:spChg chg="add del mod">
          <ac:chgData name="Khondker, Misal S" userId="S::khondkms01@buffalostate.edu::363f249f-62ab-41c7-9784-115e62e19b06" providerId="AD" clId="Web-{AB67EAB5-DD6D-BF65-3903-0CFEE742BE98}" dt="2024-04-30T19:40:55.594" v="397"/>
          <ac:spMkLst>
            <pc:docMk/>
            <pc:sldMk cId="494953335" sldId="268"/>
            <ac:spMk id="17" creationId="{FE6A185B-824F-2541-21A8-B3712D35EA78}"/>
          </ac:spMkLst>
        </pc:spChg>
        <pc:spChg chg="add del">
          <ac:chgData name="Khondker, Misal S" userId="S::khondkms01@buffalostate.edu::363f249f-62ab-41c7-9784-115e62e19b06" providerId="AD" clId="Web-{AB67EAB5-DD6D-BF65-3903-0CFEE742BE98}" dt="2024-04-30T19:37:06.900" v="377"/>
          <ac:spMkLst>
            <pc:docMk/>
            <pc:sldMk cId="494953335" sldId="268"/>
            <ac:spMk id="18" creationId="{407EAFC6-733F-403D-BB4D-05A3A28742F1}"/>
          </ac:spMkLst>
        </pc:spChg>
        <pc:spChg chg="add del">
          <ac:chgData name="Khondker, Misal S" userId="S::khondkms01@buffalostate.edu::363f249f-62ab-41c7-9784-115e62e19b06" providerId="AD" clId="Web-{AB67EAB5-DD6D-BF65-3903-0CFEE742BE98}" dt="2024-04-30T19:37:06.900" v="377"/>
          <ac:spMkLst>
            <pc:docMk/>
            <pc:sldMk cId="494953335" sldId="268"/>
            <ac:spMk id="20" creationId="{17A36730-4CB0-4F61-AD11-A44C9765833F}"/>
          </ac:spMkLst>
        </pc:spChg>
        <pc:spChg chg="add del">
          <ac:chgData name="Khondker, Misal S" userId="S::khondkms01@buffalostate.edu::363f249f-62ab-41c7-9784-115e62e19b06" providerId="AD" clId="Web-{AB67EAB5-DD6D-BF65-3903-0CFEE742BE98}" dt="2024-04-30T19:37:06.900" v="377"/>
          <ac:spMkLst>
            <pc:docMk/>
            <pc:sldMk cId="494953335" sldId="268"/>
            <ac:spMk id="22" creationId="{C69C79E1-F916-4929-A4F3-DE763D4BFA57}"/>
          </ac:spMkLst>
        </pc:spChg>
        <pc:spChg chg="add del">
          <ac:chgData name="Khondker, Misal S" userId="S::khondkms01@buffalostate.edu::363f249f-62ab-41c7-9784-115e62e19b06" providerId="AD" clId="Web-{AB67EAB5-DD6D-BF65-3903-0CFEE742BE98}" dt="2024-04-30T19:42:09.065" v="652"/>
          <ac:spMkLst>
            <pc:docMk/>
            <pc:sldMk cId="494953335" sldId="268"/>
            <ac:spMk id="23" creationId="{A4E37431-20F0-4DD6-84A9-ED2B644943A2}"/>
          </ac:spMkLst>
        </pc:spChg>
        <pc:spChg chg="add del">
          <ac:chgData name="Khondker, Misal S" userId="S::khondkms01@buffalostate.edu::363f249f-62ab-41c7-9784-115e62e19b06" providerId="AD" clId="Web-{AB67EAB5-DD6D-BF65-3903-0CFEE742BE98}" dt="2024-04-30T19:37:06.900" v="377"/>
          <ac:spMkLst>
            <pc:docMk/>
            <pc:sldMk cId="494953335" sldId="268"/>
            <ac:spMk id="24" creationId="{767334AB-16BD-4EC7-8C6B-4B5171600933}"/>
          </ac:spMkLst>
        </pc:spChg>
        <pc:spChg chg="add del">
          <ac:chgData name="Khondker, Misal S" userId="S::khondkms01@buffalostate.edu::363f249f-62ab-41c7-9784-115e62e19b06" providerId="AD" clId="Web-{AB67EAB5-DD6D-BF65-3903-0CFEE742BE98}" dt="2024-04-30T19:42:09.065" v="652"/>
          <ac:spMkLst>
            <pc:docMk/>
            <pc:sldMk cId="494953335" sldId="268"/>
            <ac:spMk id="25" creationId="{0AE98B72-66C6-4AB4-AF0D-BA830DE86393}"/>
          </ac:spMkLst>
        </pc:spChg>
        <pc:spChg chg="add del">
          <ac:chgData name="Khondker, Misal S" userId="S::khondkms01@buffalostate.edu::363f249f-62ab-41c7-9784-115e62e19b06" providerId="AD" clId="Web-{AB67EAB5-DD6D-BF65-3903-0CFEE742BE98}" dt="2024-04-30T19:38:59.466" v="393"/>
          <ac:spMkLst>
            <pc:docMk/>
            <pc:sldMk cId="494953335" sldId="268"/>
            <ac:spMk id="26" creationId="{A4E37431-20F0-4DD6-84A9-ED2B644943A2}"/>
          </ac:spMkLst>
        </pc:spChg>
        <pc:spChg chg="add del">
          <ac:chgData name="Khondker, Misal S" userId="S::khondkms01@buffalostate.edu::363f249f-62ab-41c7-9784-115e62e19b06" providerId="AD" clId="Web-{AB67EAB5-DD6D-BF65-3903-0CFEE742BE98}" dt="2024-04-30T19:38:59.466" v="393"/>
          <ac:spMkLst>
            <pc:docMk/>
            <pc:sldMk cId="494953335" sldId="268"/>
            <ac:spMk id="27" creationId="{0AE98B72-66C6-4AB4-AF0D-BA830DE86393}"/>
          </ac:spMkLst>
        </pc:spChg>
        <pc:spChg chg="add del">
          <ac:chgData name="Khondker, Misal S" userId="S::khondkms01@buffalostate.edu::363f249f-62ab-41c7-9784-115e62e19b06" providerId="AD" clId="Web-{AB67EAB5-DD6D-BF65-3903-0CFEE742BE98}" dt="2024-04-30T19:38:59.466" v="393"/>
          <ac:spMkLst>
            <pc:docMk/>
            <pc:sldMk cId="494953335" sldId="268"/>
            <ac:spMk id="28" creationId="{407EAFC6-733F-403D-BB4D-05A3A28742F1}"/>
          </ac:spMkLst>
        </pc:spChg>
        <pc:spChg chg="add del">
          <ac:chgData name="Khondker, Misal S" userId="S::khondkms01@buffalostate.edu::363f249f-62ab-41c7-9784-115e62e19b06" providerId="AD" clId="Web-{AB67EAB5-DD6D-BF65-3903-0CFEE742BE98}" dt="2024-04-30T19:38:59.466" v="393"/>
          <ac:spMkLst>
            <pc:docMk/>
            <pc:sldMk cId="494953335" sldId="268"/>
            <ac:spMk id="29" creationId="{17A36730-4CB0-4F61-AD11-A44C9765833F}"/>
          </ac:spMkLst>
        </pc:spChg>
        <pc:spChg chg="add del">
          <ac:chgData name="Khondker, Misal S" userId="S::khondkms01@buffalostate.edu::363f249f-62ab-41c7-9784-115e62e19b06" providerId="AD" clId="Web-{AB67EAB5-DD6D-BF65-3903-0CFEE742BE98}" dt="2024-04-30T19:38:59.466" v="393"/>
          <ac:spMkLst>
            <pc:docMk/>
            <pc:sldMk cId="494953335" sldId="268"/>
            <ac:spMk id="30" creationId="{C69C79E1-F916-4929-A4F3-DE763D4BFA57}"/>
          </ac:spMkLst>
        </pc:spChg>
        <pc:spChg chg="add del">
          <ac:chgData name="Khondker, Misal S" userId="S::khondkms01@buffalostate.edu::363f249f-62ab-41c7-9784-115e62e19b06" providerId="AD" clId="Web-{AB67EAB5-DD6D-BF65-3903-0CFEE742BE98}" dt="2024-04-30T19:38:59.466" v="393"/>
          <ac:spMkLst>
            <pc:docMk/>
            <pc:sldMk cId="494953335" sldId="268"/>
            <ac:spMk id="31" creationId="{767334AB-16BD-4EC7-8C6B-4B5171600933}"/>
          </ac:spMkLst>
        </pc:spChg>
        <pc:spChg chg="add del">
          <ac:chgData name="Khondker, Misal S" userId="S::khondkms01@buffalostate.edu::363f249f-62ab-41c7-9784-115e62e19b06" providerId="AD" clId="Web-{AB67EAB5-DD6D-BF65-3903-0CFEE742BE98}" dt="2024-04-30T19:42:09.065" v="652"/>
          <ac:spMkLst>
            <pc:docMk/>
            <pc:sldMk cId="494953335" sldId="268"/>
            <ac:spMk id="32" creationId="{17A36730-4CB0-4F61-AD11-A44C9765833F}"/>
          </ac:spMkLst>
        </pc:spChg>
        <pc:spChg chg="add del">
          <ac:chgData name="Khondker, Misal S" userId="S::khondkms01@buffalostate.edu::363f249f-62ab-41c7-9784-115e62e19b06" providerId="AD" clId="Web-{AB67EAB5-DD6D-BF65-3903-0CFEE742BE98}" dt="2024-04-30T19:42:09.065" v="652"/>
          <ac:spMkLst>
            <pc:docMk/>
            <pc:sldMk cId="494953335" sldId="268"/>
            <ac:spMk id="33" creationId="{407EAFC6-733F-403D-BB4D-05A3A28742F1}"/>
          </ac:spMkLst>
        </pc:spChg>
        <pc:spChg chg="add del">
          <ac:chgData name="Khondker, Misal S" userId="S::khondkms01@buffalostate.edu::363f249f-62ab-41c7-9784-115e62e19b06" providerId="AD" clId="Web-{AB67EAB5-DD6D-BF65-3903-0CFEE742BE98}" dt="2024-04-30T19:42:09.065" v="652"/>
          <ac:spMkLst>
            <pc:docMk/>
            <pc:sldMk cId="494953335" sldId="268"/>
            <ac:spMk id="34" creationId="{C69C79E1-F916-4929-A4F3-DE763D4BFA57}"/>
          </ac:spMkLst>
        </pc:spChg>
        <pc:spChg chg="add del">
          <ac:chgData name="Khondker, Misal S" userId="S::khondkms01@buffalostate.edu::363f249f-62ab-41c7-9784-115e62e19b06" providerId="AD" clId="Web-{AB67EAB5-DD6D-BF65-3903-0CFEE742BE98}" dt="2024-04-30T19:42:09.065" v="652"/>
          <ac:spMkLst>
            <pc:docMk/>
            <pc:sldMk cId="494953335" sldId="268"/>
            <ac:spMk id="36" creationId="{767334AB-16BD-4EC7-8C6B-4B5171600933}"/>
          </ac:spMkLst>
        </pc:spChg>
        <pc:spChg chg="add">
          <ac:chgData name="Khondker, Misal S" userId="S::khondkms01@buffalostate.edu::363f249f-62ab-41c7-9784-115e62e19b06" providerId="AD" clId="Web-{AB67EAB5-DD6D-BF65-3903-0CFEE742BE98}" dt="2024-04-30T19:42:09.097" v="653"/>
          <ac:spMkLst>
            <pc:docMk/>
            <pc:sldMk cId="494953335" sldId="268"/>
            <ac:spMk id="38" creationId="{A4E37431-20F0-4DD6-84A9-ED2B644943A2}"/>
          </ac:spMkLst>
        </pc:spChg>
        <pc:spChg chg="add">
          <ac:chgData name="Khondker, Misal S" userId="S::khondkms01@buffalostate.edu::363f249f-62ab-41c7-9784-115e62e19b06" providerId="AD" clId="Web-{AB67EAB5-DD6D-BF65-3903-0CFEE742BE98}" dt="2024-04-30T19:42:09.097" v="653"/>
          <ac:spMkLst>
            <pc:docMk/>
            <pc:sldMk cId="494953335" sldId="268"/>
            <ac:spMk id="39" creationId="{0AE98B72-66C6-4AB4-AF0D-BA830DE86393}"/>
          </ac:spMkLst>
        </pc:spChg>
        <pc:spChg chg="add">
          <ac:chgData name="Khondker, Misal S" userId="S::khondkms01@buffalostate.edu::363f249f-62ab-41c7-9784-115e62e19b06" providerId="AD" clId="Web-{AB67EAB5-DD6D-BF65-3903-0CFEE742BE98}" dt="2024-04-30T19:42:09.097" v="653"/>
          <ac:spMkLst>
            <pc:docMk/>
            <pc:sldMk cId="494953335" sldId="268"/>
            <ac:spMk id="40" creationId="{407EAFC6-733F-403D-BB4D-05A3A28742F1}"/>
          </ac:spMkLst>
        </pc:spChg>
        <pc:spChg chg="add">
          <ac:chgData name="Khondker, Misal S" userId="S::khondkms01@buffalostate.edu::363f249f-62ab-41c7-9784-115e62e19b06" providerId="AD" clId="Web-{AB67EAB5-DD6D-BF65-3903-0CFEE742BE98}" dt="2024-04-30T19:42:09.097" v="653"/>
          <ac:spMkLst>
            <pc:docMk/>
            <pc:sldMk cId="494953335" sldId="268"/>
            <ac:spMk id="41" creationId="{17A36730-4CB0-4F61-AD11-A44C9765833F}"/>
          </ac:spMkLst>
        </pc:spChg>
        <pc:spChg chg="add">
          <ac:chgData name="Khondker, Misal S" userId="S::khondkms01@buffalostate.edu::363f249f-62ab-41c7-9784-115e62e19b06" providerId="AD" clId="Web-{AB67EAB5-DD6D-BF65-3903-0CFEE742BE98}" dt="2024-04-30T19:42:09.097" v="653"/>
          <ac:spMkLst>
            <pc:docMk/>
            <pc:sldMk cId="494953335" sldId="268"/>
            <ac:spMk id="42" creationId="{C69C79E1-F916-4929-A4F3-DE763D4BFA57}"/>
          </ac:spMkLst>
        </pc:spChg>
        <pc:spChg chg="add">
          <ac:chgData name="Khondker, Misal S" userId="S::khondkms01@buffalostate.edu::363f249f-62ab-41c7-9784-115e62e19b06" providerId="AD" clId="Web-{AB67EAB5-DD6D-BF65-3903-0CFEE742BE98}" dt="2024-04-30T19:42:09.097" v="653"/>
          <ac:spMkLst>
            <pc:docMk/>
            <pc:sldMk cId="494953335" sldId="268"/>
            <ac:spMk id="43" creationId="{767334AB-16BD-4EC7-8C6B-4B5171600933}"/>
          </ac:spMkLst>
        </pc:spChg>
        <pc:graphicFrameChg chg="add del mod ord modGraphic">
          <ac:chgData name="Khondker, Misal S" userId="S::khondkms01@buffalostate.edu::363f249f-62ab-41c7-9784-115e62e19b06" providerId="AD" clId="Web-{AB67EAB5-DD6D-BF65-3903-0CFEE742BE98}" dt="2024-04-30T19:35:55.164" v="259"/>
          <ac:graphicFrameMkLst>
            <pc:docMk/>
            <pc:sldMk cId="494953335" sldId="268"/>
            <ac:graphicFrameMk id="5" creationId="{7BBEF6CB-5331-B4DF-61D2-E0A67CB48CBB}"/>
          </ac:graphicFrameMkLst>
        </pc:graphicFrameChg>
        <pc:graphicFrameChg chg="add del mod ord modGraphic">
          <ac:chgData name="Khondker, Misal S" userId="S::khondkms01@buffalostate.edu::363f249f-62ab-41c7-9784-115e62e19b06" providerId="AD" clId="Web-{AB67EAB5-DD6D-BF65-3903-0CFEE742BE98}" dt="2024-04-30T19:39:03.935" v="394"/>
          <ac:graphicFrameMkLst>
            <pc:docMk/>
            <pc:sldMk cId="494953335" sldId="268"/>
            <ac:graphicFrameMk id="9" creationId="{F10F562B-67D4-7741-68F9-B9B74995B246}"/>
          </ac:graphicFrameMkLst>
        </pc:graphicFrameChg>
        <pc:graphicFrameChg chg="add del mod ord modGraphic">
          <ac:chgData name="Khondker, Misal S" userId="S::khondkms01@buffalostate.edu::363f249f-62ab-41c7-9784-115e62e19b06" providerId="AD" clId="Web-{AB67EAB5-DD6D-BF65-3903-0CFEE742BE98}" dt="2024-04-30T19:40:52.391" v="396"/>
          <ac:graphicFrameMkLst>
            <pc:docMk/>
            <pc:sldMk cId="494953335" sldId="268"/>
            <ac:graphicFrameMk id="13" creationId="{28E49E03-4C3F-7425-0806-D8FCE8AF6A51}"/>
          </ac:graphicFrameMkLst>
        </pc:graphicFrameChg>
        <pc:graphicFrameChg chg="add mod ord modGraphic">
          <ac:chgData name="Khondker, Misal S" userId="S::khondkms01@buffalostate.edu::363f249f-62ab-41c7-9784-115e62e19b06" providerId="AD" clId="Web-{AB67EAB5-DD6D-BF65-3903-0CFEE742BE98}" dt="2024-04-30T19:43:20.380" v="657" actId="1076"/>
          <ac:graphicFrameMkLst>
            <pc:docMk/>
            <pc:sldMk cId="494953335" sldId="268"/>
            <ac:graphicFrameMk id="21" creationId="{5E4911C8-F6C4-8A88-A6C4-51C6FF634C30}"/>
          </ac:graphicFrameMkLst>
        </pc:graphicFrameChg>
      </pc:sldChg>
    </pc:docChg>
  </pc:docChgLst>
  <pc:docChgLst>
    <pc:chgData name="Thompson, Ryan G" userId="S::thompsrg01@buffalostate.edu::7952b2d2-9ba3-426d-857f-a9813517702c" providerId="AD" clId="Web-{1F94F32A-22A3-CD60-C274-0567E3E0943D}"/>
    <pc:docChg chg="modSld">
      <pc:chgData name="Thompson, Ryan G" userId="S::thompsrg01@buffalostate.edu::7952b2d2-9ba3-426d-857f-a9813517702c" providerId="AD" clId="Web-{1F94F32A-22A3-CD60-C274-0567E3E0943D}" dt="2024-04-24T19:50:01.615" v="1" actId="20577"/>
      <pc:docMkLst>
        <pc:docMk/>
      </pc:docMkLst>
      <pc:sldChg chg="modSp">
        <pc:chgData name="Thompson, Ryan G" userId="S::thompsrg01@buffalostate.edu::7952b2d2-9ba3-426d-857f-a9813517702c" providerId="AD" clId="Web-{1F94F32A-22A3-CD60-C274-0567E3E0943D}" dt="2024-04-24T19:50:01.615" v="1" actId="20577"/>
        <pc:sldMkLst>
          <pc:docMk/>
          <pc:sldMk cId="2559103273" sldId="256"/>
        </pc:sldMkLst>
        <pc:spChg chg="mod">
          <ac:chgData name="Thompson, Ryan G" userId="S::thompsrg01@buffalostate.edu::7952b2d2-9ba3-426d-857f-a9813517702c" providerId="AD" clId="Web-{1F94F32A-22A3-CD60-C274-0567E3E0943D}" dt="2024-04-24T19:50:01.615" v="1" actId="20577"/>
          <ac:spMkLst>
            <pc:docMk/>
            <pc:sldMk cId="2559103273" sldId="256"/>
            <ac:spMk id="2" creationId="{6F209397-20ED-88B3-074A-82E849EBDF66}"/>
          </ac:spMkLst>
        </pc:spChg>
      </pc:sldChg>
    </pc:docChg>
  </pc:docChgLst>
  <pc:docChgLst>
    <pc:chgData name="Khondker, Misal S" userId="S::khondkms01@buffalostate.edu::363f249f-62ab-41c7-9784-115e62e19b06" providerId="AD" clId="Web-{6642CFA1-8A43-A2B5-C4A6-8D44A98933CB}"/>
    <pc:docChg chg="modSld">
      <pc:chgData name="Khondker, Misal S" userId="S::khondkms01@buffalostate.edu::363f249f-62ab-41c7-9784-115e62e19b06" providerId="AD" clId="Web-{6642CFA1-8A43-A2B5-C4A6-8D44A98933CB}" dt="2024-04-30T21:43:25.576" v="3"/>
      <pc:docMkLst>
        <pc:docMk/>
      </pc:docMkLst>
      <pc:sldChg chg="modSp">
        <pc:chgData name="Khondker, Misal S" userId="S::khondkms01@buffalostate.edu::363f249f-62ab-41c7-9784-115e62e19b06" providerId="AD" clId="Web-{6642CFA1-8A43-A2B5-C4A6-8D44A98933CB}" dt="2024-04-30T21:43:25.576" v="3"/>
        <pc:sldMkLst>
          <pc:docMk/>
          <pc:sldMk cId="2348693564" sldId="266"/>
        </pc:sldMkLst>
        <pc:graphicFrameChg chg="mod modGraphic">
          <ac:chgData name="Khondker, Misal S" userId="S::khondkms01@buffalostate.edu::363f249f-62ab-41c7-9784-115e62e19b06" providerId="AD" clId="Web-{6642CFA1-8A43-A2B5-C4A6-8D44A98933CB}" dt="2024-04-30T21:43:25.576" v="3"/>
          <ac:graphicFrameMkLst>
            <pc:docMk/>
            <pc:sldMk cId="2348693564" sldId="266"/>
            <ac:graphicFrameMk id="4" creationId="{441AFD05-1716-24E9-2760-5A6738B0FB1B}"/>
          </ac:graphicFrameMkLst>
        </pc:graphicFrameChg>
      </pc:sldChg>
    </pc:docChg>
  </pc:docChgLst>
  <pc:docChgLst>
    <pc:chgData name="Thompson, Ryan G" userId="S::thompsrg01@buffalostate.edu::7952b2d2-9ba3-426d-857f-a9813517702c" providerId="AD" clId="Web-{5FEFB023-A810-DCAC-D5DE-7F4098802F05}"/>
    <pc:docChg chg="addSld delSld modSld sldOrd">
      <pc:chgData name="Thompson, Ryan G" userId="S::thompsrg01@buffalostate.edu::7952b2d2-9ba3-426d-857f-a9813517702c" providerId="AD" clId="Web-{5FEFB023-A810-DCAC-D5DE-7F4098802F05}" dt="2024-05-01T22:15:45.360" v="5530"/>
      <pc:docMkLst>
        <pc:docMk/>
      </pc:docMkLst>
      <pc:sldChg chg="modSp">
        <pc:chgData name="Thompson, Ryan G" userId="S::thompsrg01@buffalostate.edu::7952b2d2-9ba3-426d-857f-a9813517702c" providerId="AD" clId="Web-{5FEFB023-A810-DCAC-D5DE-7F4098802F05}" dt="2024-05-01T20:54:00.292" v="4417" actId="20577"/>
        <pc:sldMkLst>
          <pc:docMk/>
          <pc:sldMk cId="2559103273" sldId="256"/>
        </pc:sldMkLst>
        <pc:spChg chg="mod">
          <ac:chgData name="Thompson, Ryan G" userId="S::thompsrg01@buffalostate.edu::7952b2d2-9ba3-426d-857f-a9813517702c" providerId="AD" clId="Web-{5FEFB023-A810-DCAC-D5DE-7F4098802F05}" dt="2024-05-01T20:54:00.292" v="4417" actId="20577"/>
          <ac:spMkLst>
            <pc:docMk/>
            <pc:sldMk cId="2559103273" sldId="256"/>
            <ac:spMk id="3" creationId="{0C0097E4-A373-0C2A-1E11-7FE5F2DBC1A1}"/>
          </ac:spMkLst>
        </pc:spChg>
      </pc:sldChg>
      <pc:sldChg chg="modSp">
        <pc:chgData name="Thompson, Ryan G" userId="S::thompsrg01@buffalostate.edu::7952b2d2-9ba3-426d-857f-a9813517702c" providerId="AD" clId="Web-{5FEFB023-A810-DCAC-D5DE-7F4098802F05}" dt="2024-05-01T22:09:45.270" v="5501" actId="20577"/>
        <pc:sldMkLst>
          <pc:docMk/>
          <pc:sldMk cId="4089240193" sldId="257"/>
        </pc:sldMkLst>
        <pc:spChg chg="mod">
          <ac:chgData name="Thompson, Ryan G" userId="S::thompsrg01@buffalostate.edu::7952b2d2-9ba3-426d-857f-a9813517702c" providerId="AD" clId="Web-{5FEFB023-A810-DCAC-D5DE-7F4098802F05}" dt="2024-05-01T22:09:45.270" v="5501" actId="20577"/>
          <ac:spMkLst>
            <pc:docMk/>
            <pc:sldMk cId="4089240193" sldId="257"/>
            <ac:spMk id="3" creationId="{9233CC04-B0B1-270F-B685-1379F7A48653}"/>
          </ac:spMkLst>
        </pc:spChg>
        <pc:picChg chg="mod">
          <ac:chgData name="Thompson, Ryan G" userId="S::thompsrg01@buffalostate.edu::7952b2d2-9ba3-426d-857f-a9813517702c" providerId="AD" clId="Web-{5FEFB023-A810-DCAC-D5DE-7F4098802F05}" dt="2024-05-01T21:08:01.726" v="4686" actId="1076"/>
          <ac:picMkLst>
            <pc:docMk/>
            <pc:sldMk cId="4089240193" sldId="257"/>
            <ac:picMk id="4" creationId="{528994FB-A828-5A81-9846-E6B531CE44B4}"/>
          </ac:picMkLst>
        </pc:picChg>
      </pc:sldChg>
      <pc:sldChg chg="addSp delSp modSp mod setBg">
        <pc:chgData name="Thompson, Ryan G" userId="S::thompsrg01@buffalostate.edu::7952b2d2-9ba3-426d-857f-a9813517702c" providerId="AD" clId="Web-{5FEFB023-A810-DCAC-D5DE-7F4098802F05}" dt="2024-05-01T22:07:36.094" v="5496" actId="20577"/>
        <pc:sldMkLst>
          <pc:docMk/>
          <pc:sldMk cId="1092805477" sldId="258"/>
        </pc:sldMkLst>
        <pc:spChg chg="mod">
          <ac:chgData name="Thompson, Ryan G" userId="S::thompsrg01@buffalostate.edu::7952b2d2-9ba3-426d-857f-a9813517702c" providerId="AD" clId="Web-{5FEFB023-A810-DCAC-D5DE-7F4098802F05}" dt="2024-05-01T22:07:36.094" v="5496" actId="20577"/>
          <ac:spMkLst>
            <pc:docMk/>
            <pc:sldMk cId="1092805477" sldId="258"/>
            <ac:spMk id="2" creationId="{5379B2A0-A867-9D16-08C4-ADB338BE77A6}"/>
          </ac:spMkLst>
        </pc:spChg>
        <pc:spChg chg="mod">
          <ac:chgData name="Thompson, Ryan G" userId="S::thompsrg01@buffalostate.edu::7952b2d2-9ba3-426d-857f-a9813517702c" providerId="AD" clId="Web-{5FEFB023-A810-DCAC-D5DE-7F4098802F05}" dt="2024-05-01T22:07:22.546" v="5494"/>
          <ac:spMkLst>
            <pc:docMk/>
            <pc:sldMk cId="1092805477" sldId="258"/>
            <ac:spMk id="3" creationId="{E0C71491-65AB-7B63-752C-5622E268BE7C}"/>
          </ac:spMkLst>
        </pc:spChg>
        <pc:spChg chg="add del">
          <ac:chgData name="Thompson, Ryan G" userId="S::thompsrg01@buffalostate.edu::7952b2d2-9ba3-426d-857f-a9813517702c" providerId="AD" clId="Web-{5FEFB023-A810-DCAC-D5DE-7F4098802F05}" dt="2024-05-01T22:06:48.061" v="5477"/>
          <ac:spMkLst>
            <pc:docMk/>
            <pc:sldMk cId="1092805477" sldId="258"/>
            <ac:spMk id="8" creationId="{DEE2AD96-B495-4E06-9291-B71706F728CB}"/>
          </ac:spMkLst>
        </pc:spChg>
        <pc:spChg chg="add del">
          <ac:chgData name="Thompson, Ryan G" userId="S::thompsrg01@buffalostate.edu::7952b2d2-9ba3-426d-857f-a9813517702c" providerId="AD" clId="Web-{5FEFB023-A810-DCAC-D5DE-7F4098802F05}" dt="2024-05-01T22:06:57.108" v="5479"/>
          <ac:spMkLst>
            <pc:docMk/>
            <pc:sldMk cId="1092805477" sldId="258"/>
            <ac:spMk id="9" creationId="{F944E337-3E5D-4A1F-A5A1-2057F25B8A7B}"/>
          </ac:spMkLst>
        </pc:spChg>
        <pc:spChg chg="add del">
          <ac:chgData name="Thompson, Ryan G" userId="S::thompsrg01@buffalostate.edu::7952b2d2-9ba3-426d-857f-a9813517702c" providerId="AD" clId="Web-{5FEFB023-A810-DCAC-D5DE-7F4098802F05}" dt="2024-05-01T22:06:48.061" v="5477"/>
          <ac:spMkLst>
            <pc:docMk/>
            <pc:sldMk cId="1092805477" sldId="258"/>
            <ac:spMk id="10" creationId="{53CF6D67-C5A8-4ADD-9E8E-1E38CA1D3166}"/>
          </ac:spMkLst>
        </pc:spChg>
        <pc:spChg chg="add del">
          <ac:chgData name="Thompson, Ryan G" userId="S::thompsrg01@buffalostate.edu::7952b2d2-9ba3-426d-857f-a9813517702c" providerId="AD" clId="Web-{5FEFB023-A810-DCAC-D5DE-7F4098802F05}" dt="2024-05-01T22:06:57.108" v="5479"/>
          <ac:spMkLst>
            <pc:docMk/>
            <pc:sldMk cId="1092805477" sldId="258"/>
            <ac:spMk id="11" creationId="{4DA50D69-7CF7-4844-B844-A2B821C77F24}"/>
          </ac:spMkLst>
        </pc:spChg>
        <pc:spChg chg="add del">
          <ac:chgData name="Thompson, Ryan G" userId="S::thompsrg01@buffalostate.edu::7952b2d2-9ba3-426d-857f-a9813517702c" providerId="AD" clId="Web-{5FEFB023-A810-DCAC-D5DE-7F4098802F05}" dt="2024-05-01T22:06:48.061" v="5477"/>
          <ac:spMkLst>
            <pc:docMk/>
            <pc:sldMk cId="1092805477" sldId="258"/>
            <ac:spMk id="12" creationId="{86909FA0-B515-4681-B7A8-FA281D133B94}"/>
          </ac:spMkLst>
        </pc:spChg>
        <pc:spChg chg="add del">
          <ac:chgData name="Thompson, Ryan G" userId="S::thompsrg01@buffalostate.edu::7952b2d2-9ba3-426d-857f-a9813517702c" providerId="AD" clId="Web-{5FEFB023-A810-DCAC-D5DE-7F4098802F05}" dt="2024-05-01T22:06:59.905" v="5481"/>
          <ac:spMkLst>
            <pc:docMk/>
            <pc:sldMk cId="1092805477" sldId="258"/>
            <ac:spMk id="13" creationId="{3F0BE7ED-7814-4273-B18A-F26CC0380380}"/>
          </ac:spMkLst>
        </pc:spChg>
        <pc:spChg chg="add del">
          <ac:chgData name="Thompson, Ryan G" userId="S::thompsrg01@buffalostate.edu::7952b2d2-9ba3-426d-857f-a9813517702c" providerId="AD" clId="Web-{5FEFB023-A810-DCAC-D5DE-7F4098802F05}" dt="2024-05-01T22:06:48.061" v="5477"/>
          <ac:spMkLst>
            <pc:docMk/>
            <pc:sldMk cId="1092805477" sldId="258"/>
            <ac:spMk id="14" creationId="{21C9FE86-FCC3-4A31-AA1C-C882262B7FE7}"/>
          </ac:spMkLst>
        </pc:spChg>
        <pc:spChg chg="add del">
          <ac:chgData name="Thompson, Ryan G" userId="S::thompsrg01@buffalostate.edu::7952b2d2-9ba3-426d-857f-a9813517702c" providerId="AD" clId="Web-{5FEFB023-A810-DCAC-D5DE-7F4098802F05}" dt="2024-05-01T22:06:59.905" v="5481"/>
          <ac:spMkLst>
            <pc:docMk/>
            <pc:sldMk cId="1092805477" sldId="258"/>
            <ac:spMk id="15" creationId="{3AFE8227-C443-417B-BA91-520EB1EF4559}"/>
          </ac:spMkLst>
        </pc:spChg>
        <pc:spChg chg="add del">
          <ac:chgData name="Thompson, Ryan G" userId="S::thompsrg01@buffalostate.edu::7952b2d2-9ba3-426d-857f-a9813517702c" providerId="AD" clId="Web-{5FEFB023-A810-DCAC-D5DE-7F4098802F05}" dt="2024-05-01T22:06:48.061" v="5477"/>
          <ac:spMkLst>
            <pc:docMk/>
            <pc:sldMk cId="1092805477" sldId="258"/>
            <ac:spMk id="16" creationId="{7D96243B-ECED-4B71-8E06-AE9A285EAD20}"/>
          </ac:spMkLst>
        </pc:spChg>
        <pc:spChg chg="add del">
          <ac:chgData name="Thompson, Ryan G" userId="S::thompsrg01@buffalostate.edu::7952b2d2-9ba3-426d-857f-a9813517702c" providerId="AD" clId="Web-{5FEFB023-A810-DCAC-D5DE-7F4098802F05}" dt="2024-05-01T22:06:48.061" v="5477"/>
          <ac:spMkLst>
            <pc:docMk/>
            <pc:sldMk cId="1092805477" sldId="258"/>
            <ac:spMk id="18" creationId="{A09989E4-EFDC-4A90-A633-E0525FB4139E}"/>
          </ac:spMkLst>
        </pc:spChg>
        <pc:spChg chg="add del">
          <ac:chgData name="Thompson, Ryan G" userId="S::thompsrg01@buffalostate.edu::7952b2d2-9ba3-426d-857f-a9813517702c" providerId="AD" clId="Web-{5FEFB023-A810-DCAC-D5DE-7F4098802F05}" dt="2024-05-01T22:06:59.905" v="5481"/>
          <ac:spMkLst>
            <pc:docMk/>
            <pc:sldMk cId="1092805477" sldId="258"/>
            <ac:spMk id="19" creationId="{907741FC-B544-4A6E-B831-6789D042333D}"/>
          </ac:spMkLst>
        </pc:spChg>
        <pc:spChg chg="add del">
          <ac:chgData name="Thompson, Ryan G" userId="S::thompsrg01@buffalostate.edu::7952b2d2-9ba3-426d-857f-a9813517702c" providerId="AD" clId="Web-{5FEFB023-A810-DCAC-D5DE-7F4098802F05}" dt="2024-05-01T22:07:04.811" v="5485"/>
          <ac:spMkLst>
            <pc:docMk/>
            <pc:sldMk cId="1092805477" sldId="258"/>
            <ac:spMk id="20" creationId="{8D71EDA1-87BF-4D5D-AB79-F346FD19278A}"/>
          </ac:spMkLst>
        </pc:spChg>
        <pc:spChg chg="add del">
          <ac:chgData name="Thompson, Ryan G" userId="S::thompsrg01@buffalostate.edu::7952b2d2-9ba3-426d-857f-a9813517702c" providerId="AD" clId="Web-{5FEFB023-A810-DCAC-D5DE-7F4098802F05}" dt="2024-05-01T22:07:02.374" v="5483"/>
          <ac:spMkLst>
            <pc:docMk/>
            <pc:sldMk cId="1092805477" sldId="258"/>
            <ac:spMk id="21" creationId="{DEE2AD96-B495-4E06-9291-B71706F728CB}"/>
          </ac:spMkLst>
        </pc:spChg>
        <pc:spChg chg="add del">
          <ac:chgData name="Thompson, Ryan G" userId="S::thompsrg01@buffalostate.edu::7952b2d2-9ba3-426d-857f-a9813517702c" providerId="AD" clId="Web-{5FEFB023-A810-DCAC-D5DE-7F4098802F05}" dt="2024-05-01T22:07:02.374" v="5483"/>
          <ac:spMkLst>
            <pc:docMk/>
            <pc:sldMk cId="1092805477" sldId="258"/>
            <ac:spMk id="22" creationId="{53CF6D67-C5A8-4ADD-9E8E-1E38CA1D3166}"/>
          </ac:spMkLst>
        </pc:spChg>
        <pc:spChg chg="add del">
          <ac:chgData name="Thompson, Ryan G" userId="S::thompsrg01@buffalostate.edu::7952b2d2-9ba3-426d-857f-a9813517702c" providerId="AD" clId="Web-{5FEFB023-A810-DCAC-D5DE-7F4098802F05}" dt="2024-05-01T22:07:02.374" v="5483"/>
          <ac:spMkLst>
            <pc:docMk/>
            <pc:sldMk cId="1092805477" sldId="258"/>
            <ac:spMk id="23" creationId="{86909FA0-B515-4681-B7A8-FA281D133B94}"/>
          </ac:spMkLst>
        </pc:spChg>
        <pc:spChg chg="add del">
          <ac:chgData name="Thompson, Ryan G" userId="S::thompsrg01@buffalostate.edu::7952b2d2-9ba3-426d-857f-a9813517702c" providerId="AD" clId="Web-{5FEFB023-A810-DCAC-D5DE-7F4098802F05}" dt="2024-05-01T22:07:02.374" v="5483"/>
          <ac:spMkLst>
            <pc:docMk/>
            <pc:sldMk cId="1092805477" sldId="258"/>
            <ac:spMk id="24" creationId="{21C9FE86-FCC3-4A31-AA1C-C882262B7FE7}"/>
          </ac:spMkLst>
        </pc:spChg>
        <pc:spChg chg="add del">
          <ac:chgData name="Thompson, Ryan G" userId="S::thompsrg01@buffalostate.edu::7952b2d2-9ba3-426d-857f-a9813517702c" providerId="AD" clId="Web-{5FEFB023-A810-DCAC-D5DE-7F4098802F05}" dt="2024-05-01T22:07:02.374" v="5483"/>
          <ac:spMkLst>
            <pc:docMk/>
            <pc:sldMk cId="1092805477" sldId="258"/>
            <ac:spMk id="25" creationId="{7D96243B-ECED-4B71-8E06-AE9A285EAD20}"/>
          </ac:spMkLst>
        </pc:spChg>
        <pc:spChg chg="add del">
          <ac:chgData name="Thompson, Ryan G" userId="S::thompsrg01@buffalostate.edu::7952b2d2-9ba3-426d-857f-a9813517702c" providerId="AD" clId="Web-{5FEFB023-A810-DCAC-D5DE-7F4098802F05}" dt="2024-05-01T22:07:02.374" v="5483"/>
          <ac:spMkLst>
            <pc:docMk/>
            <pc:sldMk cId="1092805477" sldId="258"/>
            <ac:spMk id="26" creationId="{A09989E4-EFDC-4A90-A633-E0525FB4139E}"/>
          </ac:spMkLst>
        </pc:spChg>
        <pc:spChg chg="add del">
          <ac:chgData name="Thompson, Ryan G" userId="S::thompsrg01@buffalostate.edu::7952b2d2-9ba3-426d-857f-a9813517702c" providerId="AD" clId="Web-{5FEFB023-A810-DCAC-D5DE-7F4098802F05}" dt="2024-05-01T22:07:04.811" v="5485"/>
          <ac:spMkLst>
            <pc:docMk/>
            <pc:sldMk cId="1092805477" sldId="258"/>
            <ac:spMk id="28" creationId="{09588DA8-065E-4F6F-8EFD-43104AB2E0CF}"/>
          </ac:spMkLst>
        </pc:spChg>
        <pc:spChg chg="add del">
          <ac:chgData name="Thompson, Ryan G" userId="S::thompsrg01@buffalostate.edu::7952b2d2-9ba3-426d-857f-a9813517702c" providerId="AD" clId="Web-{5FEFB023-A810-DCAC-D5DE-7F4098802F05}" dt="2024-05-01T22:07:04.811" v="5485"/>
          <ac:spMkLst>
            <pc:docMk/>
            <pc:sldMk cId="1092805477" sldId="258"/>
            <ac:spMk id="29" creationId="{C4285719-470E-454C-AF62-8323075F1F5B}"/>
          </ac:spMkLst>
        </pc:spChg>
        <pc:spChg chg="add del">
          <ac:chgData name="Thompson, Ryan G" userId="S::thompsrg01@buffalostate.edu::7952b2d2-9ba3-426d-857f-a9813517702c" providerId="AD" clId="Web-{5FEFB023-A810-DCAC-D5DE-7F4098802F05}" dt="2024-05-01T22:07:04.811" v="5485"/>
          <ac:spMkLst>
            <pc:docMk/>
            <pc:sldMk cId="1092805477" sldId="258"/>
            <ac:spMk id="30" creationId="{CD9FE4EF-C4D8-49A0-B2FF-81D8DB7D8A24}"/>
          </ac:spMkLst>
        </pc:spChg>
        <pc:spChg chg="add del">
          <ac:chgData name="Thompson, Ryan G" userId="S::thompsrg01@buffalostate.edu::7952b2d2-9ba3-426d-857f-a9813517702c" providerId="AD" clId="Web-{5FEFB023-A810-DCAC-D5DE-7F4098802F05}" dt="2024-05-01T22:07:04.811" v="5485"/>
          <ac:spMkLst>
            <pc:docMk/>
            <pc:sldMk cId="1092805477" sldId="258"/>
            <ac:spMk id="31" creationId="{4300840D-0A0B-4512-BACA-B439D5B9C57C}"/>
          </ac:spMkLst>
        </pc:spChg>
        <pc:spChg chg="add del">
          <ac:chgData name="Thompson, Ryan G" userId="S::thompsrg01@buffalostate.edu::7952b2d2-9ba3-426d-857f-a9813517702c" providerId="AD" clId="Web-{5FEFB023-A810-DCAC-D5DE-7F4098802F05}" dt="2024-05-01T22:07:04.811" v="5485"/>
          <ac:spMkLst>
            <pc:docMk/>
            <pc:sldMk cId="1092805477" sldId="258"/>
            <ac:spMk id="32" creationId="{D2B78728-A580-49A7-84F9-6EF6F583ADE0}"/>
          </ac:spMkLst>
        </pc:spChg>
        <pc:spChg chg="add del">
          <ac:chgData name="Thompson, Ryan G" userId="S::thompsrg01@buffalostate.edu::7952b2d2-9ba3-426d-857f-a9813517702c" providerId="AD" clId="Web-{5FEFB023-A810-DCAC-D5DE-7F4098802F05}" dt="2024-05-01T22:07:04.811" v="5485"/>
          <ac:spMkLst>
            <pc:docMk/>
            <pc:sldMk cId="1092805477" sldId="258"/>
            <ac:spMk id="33" creationId="{38FAA1A1-D861-433F-88FA-1E9D6FD31D11}"/>
          </ac:spMkLst>
        </pc:spChg>
        <pc:spChg chg="add del">
          <ac:chgData name="Thompson, Ryan G" userId="S::thompsrg01@buffalostate.edu::7952b2d2-9ba3-426d-857f-a9813517702c" providerId="AD" clId="Web-{5FEFB023-A810-DCAC-D5DE-7F4098802F05}" dt="2024-05-01T22:07:07.343" v="5487"/>
          <ac:spMkLst>
            <pc:docMk/>
            <pc:sldMk cId="1092805477" sldId="258"/>
            <ac:spMk id="35" creationId="{DEE2AD96-B495-4E06-9291-B71706F728CB}"/>
          </ac:spMkLst>
        </pc:spChg>
        <pc:spChg chg="add del">
          <ac:chgData name="Thompson, Ryan G" userId="S::thompsrg01@buffalostate.edu::7952b2d2-9ba3-426d-857f-a9813517702c" providerId="AD" clId="Web-{5FEFB023-A810-DCAC-D5DE-7F4098802F05}" dt="2024-05-01T22:07:07.343" v="5487"/>
          <ac:spMkLst>
            <pc:docMk/>
            <pc:sldMk cId="1092805477" sldId="258"/>
            <ac:spMk id="36" creationId="{53CF6D67-C5A8-4ADD-9E8E-1E38CA1D3166}"/>
          </ac:spMkLst>
        </pc:spChg>
        <pc:spChg chg="add del">
          <ac:chgData name="Thompson, Ryan G" userId="S::thompsrg01@buffalostate.edu::7952b2d2-9ba3-426d-857f-a9813517702c" providerId="AD" clId="Web-{5FEFB023-A810-DCAC-D5DE-7F4098802F05}" dt="2024-05-01T22:07:07.343" v="5487"/>
          <ac:spMkLst>
            <pc:docMk/>
            <pc:sldMk cId="1092805477" sldId="258"/>
            <ac:spMk id="37" creationId="{86909FA0-B515-4681-B7A8-FA281D133B94}"/>
          </ac:spMkLst>
        </pc:spChg>
        <pc:spChg chg="add del">
          <ac:chgData name="Thompson, Ryan G" userId="S::thompsrg01@buffalostate.edu::7952b2d2-9ba3-426d-857f-a9813517702c" providerId="AD" clId="Web-{5FEFB023-A810-DCAC-D5DE-7F4098802F05}" dt="2024-05-01T22:07:07.343" v="5487"/>
          <ac:spMkLst>
            <pc:docMk/>
            <pc:sldMk cId="1092805477" sldId="258"/>
            <ac:spMk id="38" creationId="{21C9FE86-FCC3-4A31-AA1C-C882262B7FE7}"/>
          </ac:spMkLst>
        </pc:spChg>
        <pc:spChg chg="add del">
          <ac:chgData name="Thompson, Ryan G" userId="S::thompsrg01@buffalostate.edu::7952b2d2-9ba3-426d-857f-a9813517702c" providerId="AD" clId="Web-{5FEFB023-A810-DCAC-D5DE-7F4098802F05}" dt="2024-05-01T22:07:07.343" v="5487"/>
          <ac:spMkLst>
            <pc:docMk/>
            <pc:sldMk cId="1092805477" sldId="258"/>
            <ac:spMk id="39" creationId="{7D96243B-ECED-4B71-8E06-AE9A285EAD20}"/>
          </ac:spMkLst>
        </pc:spChg>
        <pc:spChg chg="add del">
          <ac:chgData name="Thompson, Ryan G" userId="S::thompsrg01@buffalostate.edu::7952b2d2-9ba3-426d-857f-a9813517702c" providerId="AD" clId="Web-{5FEFB023-A810-DCAC-D5DE-7F4098802F05}" dt="2024-05-01T22:07:07.343" v="5487"/>
          <ac:spMkLst>
            <pc:docMk/>
            <pc:sldMk cId="1092805477" sldId="258"/>
            <ac:spMk id="40" creationId="{A09989E4-EFDC-4A90-A633-E0525FB4139E}"/>
          </ac:spMkLst>
        </pc:spChg>
        <pc:spChg chg="add del">
          <ac:chgData name="Thompson, Ryan G" userId="S::thompsrg01@buffalostate.edu::7952b2d2-9ba3-426d-857f-a9813517702c" providerId="AD" clId="Web-{5FEFB023-A810-DCAC-D5DE-7F4098802F05}" dt="2024-05-01T22:07:15.906" v="5489"/>
          <ac:spMkLst>
            <pc:docMk/>
            <pc:sldMk cId="1092805477" sldId="258"/>
            <ac:spMk id="42" creationId="{1B15ED52-F352-441B-82BF-E0EA34836D08}"/>
          </ac:spMkLst>
        </pc:spChg>
        <pc:spChg chg="add del">
          <ac:chgData name="Thompson, Ryan G" userId="S::thompsrg01@buffalostate.edu::7952b2d2-9ba3-426d-857f-a9813517702c" providerId="AD" clId="Web-{5FEFB023-A810-DCAC-D5DE-7F4098802F05}" dt="2024-05-01T22:07:15.906" v="5489"/>
          <ac:spMkLst>
            <pc:docMk/>
            <pc:sldMk cId="1092805477" sldId="258"/>
            <ac:spMk id="43" creationId="{3B2E3793-BFE6-45A2-9B7B-E18844431C99}"/>
          </ac:spMkLst>
        </pc:spChg>
        <pc:spChg chg="add del">
          <ac:chgData name="Thompson, Ryan G" userId="S::thompsrg01@buffalostate.edu::7952b2d2-9ba3-426d-857f-a9813517702c" providerId="AD" clId="Web-{5FEFB023-A810-DCAC-D5DE-7F4098802F05}" dt="2024-05-01T22:07:15.906" v="5489"/>
          <ac:spMkLst>
            <pc:docMk/>
            <pc:sldMk cId="1092805477" sldId="258"/>
            <ac:spMk id="44" creationId="{BC4C4868-CB8F-4AF9-9CDB-8108F2C19B67}"/>
          </ac:spMkLst>
        </pc:spChg>
        <pc:spChg chg="add del">
          <ac:chgData name="Thompson, Ryan G" userId="S::thompsrg01@buffalostate.edu::7952b2d2-9ba3-426d-857f-a9813517702c" providerId="AD" clId="Web-{5FEFB023-A810-DCAC-D5DE-7F4098802F05}" dt="2024-05-01T22:07:15.906" v="5489"/>
          <ac:spMkLst>
            <pc:docMk/>
            <pc:sldMk cId="1092805477" sldId="258"/>
            <ac:spMk id="45" creationId="{375E0459-6403-40CD-989D-56A4407CA12E}"/>
          </ac:spMkLst>
        </pc:spChg>
        <pc:spChg chg="add del">
          <ac:chgData name="Thompson, Ryan G" userId="S::thompsrg01@buffalostate.edu::7952b2d2-9ba3-426d-857f-a9813517702c" providerId="AD" clId="Web-{5FEFB023-A810-DCAC-D5DE-7F4098802F05}" dt="2024-05-01T22:07:15.906" v="5489"/>
          <ac:spMkLst>
            <pc:docMk/>
            <pc:sldMk cId="1092805477" sldId="258"/>
            <ac:spMk id="46" creationId="{53E5B1A8-3AC9-4BD1-9BBC-78CA94F2D1BA}"/>
          </ac:spMkLst>
        </pc:spChg>
        <pc:spChg chg="add del">
          <ac:chgData name="Thompson, Ryan G" userId="S::thompsrg01@buffalostate.edu::7952b2d2-9ba3-426d-857f-a9813517702c" providerId="AD" clId="Web-{5FEFB023-A810-DCAC-D5DE-7F4098802F05}" dt="2024-05-01T22:07:19.202" v="5491"/>
          <ac:spMkLst>
            <pc:docMk/>
            <pc:sldMk cId="1092805477" sldId="258"/>
            <ac:spMk id="48" creationId="{09588DA8-065E-4F6F-8EFD-43104AB2E0CF}"/>
          </ac:spMkLst>
        </pc:spChg>
        <pc:spChg chg="add del">
          <ac:chgData name="Thompson, Ryan G" userId="S::thompsrg01@buffalostate.edu::7952b2d2-9ba3-426d-857f-a9813517702c" providerId="AD" clId="Web-{5FEFB023-A810-DCAC-D5DE-7F4098802F05}" dt="2024-05-01T22:07:19.202" v="5491"/>
          <ac:spMkLst>
            <pc:docMk/>
            <pc:sldMk cId="1092805477" sldId="258"/>
            <ac:spMk id="49" creationId="{C4285719-470E-454C-AF62-8323075F1F5B}"/>
          </ac:spMkLst>
        </pc:spChg>
        <pc:spChg chg="add del">
          <ac:chgData name="Thompson, Ryan G" userId="S::thompsrg01@buffalostate.edu::7952b2d2-9ba3-426d-857f-a9813517702c" providerId="AD" clId="Web-{5FEFB023-A810-DCAC-D5DE-7F4098802F05}" dt="2024-05-01T22:07:19.202" v="5491"/>
          <ac:spMkLst>
            <pc:docMk/>
            <pc:sldMk cId="1092805477" sldId="258"/>
            <ac:spMk id="50" creationId="{CD9FE4EF-C4D8-49A0-B2FF-81D8DB7D8A24}"/>
          </ac:spMkLst>
        </pc:spChg>
        <pc:spChg chg="add del">
          <ac:chgData name="Thompson, Ryan G" userId="S::thompsrg01@buffalostate.edu::7952b2d2-9ba3-426d-857f-a9813517702c" providerId="AD" clId="Web-{5FEFB023-A810-DCAC-D5DE-7F4098802F05}" dt="2024-05-01T22:07:19.202" v="5491"/>
          <ac:spMkLst>
            <pc:docMk/>
            <pc:sldMk cId="1092805477" sldId="258"/>
            <ac:spMk id="51" creationId="{4300840D-0A0B-4512-BACA-B439D5B9C57C}"/>
          </ac:spMkLst>
        </pc:spChg>
        <pc:spChg chg="add del">
          <ac:chgData name="Thompson, Ryan G" userId="S::thompsrg01@buffalostate.edu::7952b2d2-9ba3-426d-857f-a9813517702c" providerId="AD" clId="Web-{5FEFB023-A810-DCAC-D5DE-7F4098802F05}" dt="2024-05-01T22:07:19.202" v="5491"/>
          <ac:spMkLst>
            <pc:docMk/>
            <pc:sldMk cId="1092805477" sldId="258"/>
            <ac:spMk id="52" creationId="{D2B78728-A580-49A7-84F9-6EF6F583ADE0}"/>
          </ac:spMkLst>
        </pc:spChg>
        <pc:spChg chg="add del">
          <ac:chgData name="Thompson, Ryan G" userId="S::thompsrg01@buffalostate.edu::7952b2d2-9ba3-426d-857f-a9813517702c" providerId="AD" clId="Web-{5FEFB023-A810-DCAC-D5DE-7F4098802F05}" dt="2024-05-01T22:07:19.202" v="5491"/>
          <ac:spMkLst>
            <pc:docMk/>
            <pc:sldMk cId="1092805477" sldId="258"/>
            <ac:spMk id="53" creationId="{38FAA1A1-D861-433F-88FA-1E9D6FD31D11}"/>
          </ac:spMkLst>
        </pc:spChg>
        <pc:spChg chg="add del">
          <ac:chgData name="Thompson, Ryan G" userId="S::thompsrg01@buffalostate.edu::7952b2d2-9ba3-426d-857f-a9813517702c" providerId="AD" clId="Web-{5FEFB023-A810-DCAC-D5DE-7F4098802F05}" dt="2024-05-01T22:07:19.202" v="5491"/>
          <ac:spMkLst>
            <pc:docMk/>
            <pc:sldMk cId="1092805477" sldId="258"/>
            <ac:spMk id="54" creationId="{8D71EDA1-87BF-4D5D-AB79-F346FD19278A}"/>
          </ac:spMkLst>
        </pc:spChg>
        <pc:spChg chg="add del">
          <ac:chgData name="Thompson, Ryan G" userId="S::thompsrg01@buffalostate.edu::7952b2d2-9ba3-426d-857f-a9813517702c" providerId="AD" clId="Web-{5FEFB023-A810-DCAC-D5DE-7F4098802F05}" dt="2024-05-01T22:07:22.531" v="5493"/>
          <ac:spMkLst>
            <pc:docMk/>
            <pc:sldMk cId="1092805477" sldId="258"/>
            <ac:spMk id="56" creationId="{DEE2AD96-B495-4E06-9291-B71706F728CB}"/>
          </ac:spMkLst>
        </pc:spChg>
        <pc:spChg chg="add del">
          <ac:chgData name="Thompson, Ryan G" userId="S::thompsrg01@buffalostate.edu::7952b2d2-9ba3-426d-857f-a9813517702c" providerId="AD" clId="Web-{5FEFB023-A810-DCAC-D5DE-7F4098802F05}" dt="2024-05-01T22:07:22.531" v="5493"/>
          <ac:spMkLst>
            <pc:docMk/>
            <pc:sldMk cId="1092805477" sldId="258"/>
            <ac:spMk id="57" creationId="{53CF6D67-C5A8-4ADD-9E8E-1E38CA1D3166}"/>
          </ac:spMkLst>
        </pc:spChg>
        <pc:spChg chg="add del">
          <ac:chgData name="Thompson, Ryan G" userId="S::thompsrg01@buffalostate.edu::7952b2d2-9ba3-426d-857f-a9813517702c" providerId="AD" clId="Web-{5FEFB023-A810-DCAC-D5DE-7F4098802F05}" dt="2024-05-01T22:07:22.531" v="5493"/>
          <ac:spMkLst>
            <pc:docMk/>
            <pc:sldMk cId="1092805477" sldId="258"/>
            <ac:spMk id="58" creationId="{86909FA0-B515-4681-B7A8-FA281D133B94}"/>
          </ac:spMkLst>
        </pc:spChg>
        <pc:spChg chg="add del">
          <ac:chgData name="Thompson, Ryan G" userId="S::thompsrg01@buffalostate.edu::7952b2d2-9ba3-426d-857f-a9813517702c" providerId="AD" clId="Web-{5FEFB023-A810-DCAC-D5DE-7F4098802F05}" dt="2024-05-01T22:07:22.531" v="5493"/>
          <ac:spMkLst>
            <pc:docMk/>
            <pc:sldMk cId="1092805477" sldId="258"/>
            <ac:spMk id="59" creationId="{21C9FE86-FCC3-4A31-AA1C-C882262B7FE7}"/>
          </ac:spMkLst>
        </pc:spChg>
        <pc:spChg chg="add del">
          <ac:chgData name="Thompson, Ryan G" userId="S::thompsrg01@buffalostate.edu::7952b2d2-9ba3-426d-857f-a9813517702c" providerId="AD" clId="Web-{5FEFB023-A810-DCAC-D5DE-7F4098802F05}" dt="2024-05-01T22:07:22.531" v="5493"/>
          <ac:spMkLst>
            <pc:docMk/>
            <pc:sldMk cId="1092805477" sldId="258"/>
            <ac:spMk id="60" creationId="{7D96243B-ECED-4B71-8E06-AE9A285EAD20}"/>
          </ac:spMkLst>
        </pc:spChg>
        <pc:spChg chg="add del">
          <ac:chgData name="Thompson, Ryan G" userId="S::thompsrg01@buffalostate.edu::7952b2d2-9ba3-426d-857f-a9813517702c" providerId="AD" clId="Web-{5FEFB023-A810-DCAC-D5DE-7F4098802F05}" dt="2024-05-01T22:07:22.531" v="5493"/>
          <ac:spMkLst>
            <pc:docMk/>
            <pc:sldMk cId="1092805477" sldId="258"/>
            <ac:spMk id="61" creationId="{A09989E4-EFDC-4A90-A633-E0525FB4139E}"/>
          </ac:spMkLst>
        </pc:spChg>
        <pc:spChg chg="add">
          <ac:chgData name="Thompson, Ryan G" userId="S::thompsrg01@buffalostate.edu::7952b2d2-9ba3-426d-857f-a9813517702c" providerId="AD" clId="Web-{5FEFB023-A810-DCAC-D5DE-7F4098802F05}" dt="2024-05-01T22:07:22.546" v="5494"/>
          <ac:spMkLst>
            <pc:docMk/>
            <pc:sldMk cId="1092805477" sldId="258"/>
            <ac:spMk id="63" creationId="{09588DA8-065E-4F6F-8EFD-43104AB2E0CF}"/>
          </ac:spMkLst>
        </pc:spChg>
        <pc:spChg chg="add">
          <ac:chgData name="Thompson, Ryan G" userId="S::thompsrg01@buffalostate.edu::7952b2d2-9ba3-426d-857f-a9813517702c" providerId="AD" clId="Web-{5FEFB023-A810-DCAC-D5DE-7F4098802F05}" dt="2024-05-01T22:07:22.546" v="5494"/>
          <ac:spMkLst>
            <pc:docMk/>
            <pc:sldMk cId="1092805477" sldId="258"/>
            <ac:spMk id="64" creationId="{C4285719-470E-454C-AF62-8323075F1F5B}"/>
          </ac:spMkLst>
        </pc:spChg>
        <pc:spChg chg="add">
          <ac:chgData name="Thompson, Ryan G" userId="S::thompsrg01@buffalostate.edu::7952b2d2-9ba3-426d-857f-a9813517702c" providerId="AD" clId="Web-{5FEFB023-A810-DCAC-D5DE-7F4098802F05}" dt="2024-05-01T22:07:22.546" v="5494"/>
          <ac:spMkLst>
            <pc:docMk/>
            <pc:sldMk cId="1092805477" sldId="258"/>
            <ac:spMk id="65" creationId="{CD9FE4EF-C4D8-49A0-B2FF-81D8DB7D8A24}"/>
          </ac:spMkLst>
        </pc:spChg>
        <pc:spChg chg="add">
          <ac:chgData name="Thompson, Ryan G" userId="S::thompsrg01@buffalostate.edu::7952b2d2-9ba3-426d-857f-a9813517702c" providerId="AD" clId="Web-{5FEFB023-A810-DCAC-D5DE-7F4098802F05}" dt="2024-05-01T22:07:22.546" v="5494"/>
          <ac:spMkLst>
            <pc:docMk/>
            <pc:sldMk cId="1092805477" sldId="258"/>
            <ac:spMk id="66" creationId="{4300840D-0A0B-4512-BACA-B439D5B9C57C}"/>
          </ac:spMkLst>
        </pc:spChg>
        <pc:spChg chg="add">
          <ac:chgData name="Thompson, Ryan G" userId="S::thompsrg01@buffalostate.edu::7952b2d2-9ba3-426d-857f-a9813517702c" providerId="AD" clId="Web-{5FEFB023-A810-DCAC-D5DE-7F4098802F05}" dt="2024-05-01T22:07:22.546" v="5494"/>
          <ac:spMkLst>
            <pc:docMk/>
            <pc:sldMk cId="1092805477" sldId="258"/>
            <ac:spMk id="67" creationId="{D2B78728-A580-49A7-84F9-6EF6F583ADE0}"/>
          </ac:spMkLst>
        </pc:spChg>
        <pc:spChg chg="add">
          <ac:chgData name="Thompson, Ryan G" userId="S::thompsrg01@buffalostate.edu::7952b2d2-9ba3-426d-857f-a9813517702c" providerId="AD" clId="Web-{5FEFB023-A810-DCAC-D5DE-7F4098802F05}" dt="2024-05-01T22:07:22.546" v="5494"/>
          <ac:spMkLst>
            <pc:docMk/>
            <pc:sldMk cId="1092805477" sldId="258"/>
            <ac:spMk id="68" creationId="{38FAA1A1-D861-433F-88FA-1E9D6FD31D11}"/>
          </ac:spMkLst>
        </pc:spChg>
        <pc:spChg chg="add">
          <ac:chgData name="Thompson, Ryan G" userId="S::thompsrg01@buffalostate.edu::7952b2d2-9ba3-426d-857f-a9813517702c" providerId="AD" clId="Web-{5FEFB023-A810-DCAC-D5DE-7F4098802F05}" dt="2024-05-01T22:07:22.546" v="5494"/>
          <ac:spMkLst>
            <pc:docMk/>
            <pc:sldMk cId="1092805477" sldId="258"/>
            <ac:spMk id="69" creationId="{8D71EDA1-87BF-4D5D-AB79-F346FD19278A}"/>
          </ac:spMkLst>
        </pc:spChg>
        <pc:picChg chg="add del">
          <ac:chgData name="Thompson, Ryan G" userId="S::thompsrg01@buffalostate.edu::7952b2d2-9ba3-426d-857f-a9813517702c" providerId="AD" clId="Web-{5FEFB023-A810-DCAC-D5DE-7F4098802F05}" dt="2024-05-01T22:06:57.108" v="5479"/>
          <ac:picMkLst>
            <pc:docMk/>
            <pc:sldMk cId="1092805477" sldId="258"/>
            <ac:picMk id="5" creationId="{75C7D8B5-91DE-0052-29AE-4C2479BF811D}"/>
          </ac:picMkLst>
        </pc:picChg>
        <pc:picChg chg="add del">
          <ac:chgData name="Thompson, Ryan G" userId="S::thompsrg01@buffalostate.edu::7952b2d2-9ba3-426d-857f-a9813517702c" providerId="AD" clId="Web-{5FEFB023-A810-DCAC-D5DE-7F4098802F05}" dt="2024-05-01T22:06:59.905" v="5481"/>
          <ac:picMkLst>
            <pc:docMk/>
            <pc:sldMk cId="1092805477" sldId="258"/>
            <ac:picMk id="17" creationId="{D5DEA9B6-247B-2E7E-9000-8501D3EF66E6}"/>
          </ac:picMkLst>
        </pc:picChg>
      </pc:sldChg>
      <pc:sldChg chg="addSp delSp modSp">
        <pc:chgData name="Thompson, Ryan G" userId="S::thompsrg01@buffalostate.edu::7952b2d2-9ba3-426d-857f-a9813517702c" providerId="AD" clId="Web-{5FEFB023-A810-DCAC-D5DE-7F4098802F05}" dt="2024-05-01T22:11:20.851" v="5508" actId="1076"/>
        <pc:sldMkLst>
          <pc:docMk/>
          <pc:sldMk cId="1704301808" sldId="259"/>
        </pc:sldMkLst>
        <pc:spChg chg="mod ord">
          <ac:chgData name="Thompson, Ryan G" userId="S::thompsrg01@buffalostate.edu::7952b2d2-9ba3-426d-857f-a9813517702c" providerId="AD" clId="Web-{5FEFB023-A810-DCAC-D5DE-7F4098802F05}" dt="2024-05-01T22:11:20.851" v="5508" actId="1076"/>
          <ac:spMkLst>
            <pc:docMk/>
            <pc:sldMk cId="1704301808" sldId="259"/>
            <ac:spMk id="2" creationId="{3546F2FF-DB37-9285-D627-1A62ADE43F34}"/>
          </ac:spMkLst>
        </pc:spChg>
        <pc:spChg chg="add del">
          <ac:chgData name="Thompson, Ryan G" userId="S::thompsrg01@buffalostate.edu::7952b2d2-9ba3-426d-857f-a9813517702c" providerId="AD" clId="Web-{5FEFB023-A810-DCAC-D5DE-7F4098802F05}" dt="2024-05-01T19:06:35.573" v="3544"/>
          <ac:spMkLst>
            <pc:docMk/>
            <pc:sldMk cId="1704301808" sldId="259"/>
            <ac:spMk id="19" creationId="{D4771268-CB57-404A-9271-370EB28F6090}"/>
          </ac:spMkLst>
        </pc:spChg>
        <pc:spChg chg="add del">
          <ac:chgData name="Thompson, Ryan G" userId="S::thompsrg01@buffalostate.edu::7952b2d2-9ba3-426d-857f-a9813517702c" providerId="AD" clId="Web-{5FEFB023-A810-DCAC-D5DE-7F4098802F05}" dt="2024-05-01T19:06:35.558" v="3543"/>
          <ac:spMkLst>
            <pc:docMk/>
            <pc:sldMk cId="1704301808" sldId="259"/>
            <ac:spMk id="24" creationId="{A8384FB5-9ADC-4DDC-881B-597D56F5B15D}"/>
          </ac:spMkLst>
        </pc:spChg>
        <pc:spChg chg="add del">
          <ac:chgData name="Thompson, Ryan G" userId="S::thompsrg01@buffalostate.edu::7952b2d2-9ba3-426d-857f-a9813517702c" providerId="AD" clId="Web-{5FEFB023-A810-DCAC-D5DE-7F4098802F05}" dt="2024-05-01T19:06:35.558" v="3543"/>
          <ac:spMkLst>
            <pc:docMk/>
            <pc:sldMk cId="1704301808" sldId="259"/>
            <ac:spMk id="26" creationId="{91E5A9A7-95C6-4F4F-B00E-C82E07FE62EF}"/>
          </ac:spMkLst>
        </pc:spChg>
        <pc:spChg chg="add del">
          <ac:chgData name="Thompson, Ryan G" userId="S::thompsrg01@buffalostate.edu::7952b2d2-9ba3-426d-857f-a9813517702c" providerId="AD" clId="Web-{5FEFB023-A810-DCAC-D5DE-7F4098802F05}" dt="2024-05-01T19:06:35.558" v="3543"/>
          <ac:spMkLst>
            <pc:docMk/>
            <pc:sldMk cId="1704301808" sldId="259"/>
            <ac:spMk id="28" creationId="{D07DD2DE-F619-49DD-B5E7-03A290FF4ED1}"/>
          </ac:spMkLst>
        </pc:spChg>
        <pc:spChg chg="add del">
          <ac:chgData name="Thompson, Ryan G" userId="S::thompsrg01@buffalostate.edu::7952b2d2-9ba3-426d-857f-a9813517702c" providerId="AD" clId="Web-{5FEFB023-A810-DCAC-D5DE-7F4098802F05}" dt="2024-05-01T19:06:35.558" v="3543"/>
          <ac:spMkLst>
            <pc:docMk/>
            <pc:sldMk cId="1704301808" sldId="259"/>
            <ac:spMk id="30" creationId="{85149191-5F60-4A28-AAFF-039F96B0F3EC}"/>
          </ac:spMkLst>
        </pc:spChg>
        <pc:spChg chg="add del">
          <ac:chgData name="Thompson, Ryan G" userId="S::thompsrg01@buffalostate.edu::7952b2d2-9ba3-426d-857f-a9813517702c" providerId="AD" clId="Web-{5FEFB023-A810-DCAC-D5DE-7F4098802F05}" dt="2024-05-01T19:06:35.558" v="3543"/>
          <ac:spMkLst>
            <pc:docMk/>
            <pc:sldMk cId="1704301808" sldId="259"/>
            <ac:spMk id="32" creationId="{F8260ED5-17F7-4158-B241-D51DD4CF1B7E}"/>
          </ac:spMkLst>
        </pc:spChg>
        <pc:spChg chg="add del">
          <ac:chgData name="Thompson, Ryan G" userId="S::thompsrg01@buffalostate.edu::7952b2d2-9ba3-426d-857f-a9813517702c" providerId="AD" clId="Web-{5FEFB023-A810-DCAC-D5DE-7F4098802F05}" dt="2024-05-01T21:35:10.639" v="5087"/>
          <ac:spMkLst>
            <pc:docMk/>
            <pc:sldMk cId="1704301808" sldId="259"/>
            <ac:spMk id="34" creationId="{767334AB-16BD-4EC7-8C6B-4B5171600933}"/>
          </ac:spMkLst>
        </pc:spChg>
        <pc:spChg chg="add del">
          <ac:chgData name="Thompson, Ryan G" userId="S::thompsrg01@buffalostate.edu::7952b2d2-9ba3-426d-857f-a9813517702c" providerId="AD" clId="Web-{5FEFB023-A810-DCAC-D5DE-7F4098802F05}" dt="2024-05-01T21:35:10.639" v="5087"/>
          <ac:spMkLst>
            <pc:docMk/>
            <pc:sldMk cId="1704301808" sldId="259"/>
            <ac:spMk id="35" creationId="{A4E37431-20F0-4DD6-84A9-ED2B644943A2}"/>
          </ac:spMkLst>
        </pc:spChg>
        <pc:spChg chg="add del">
          <ac:chgData name="Thompson, Ryan G" userId="S::thompsrg01@buffalostate.edu::7952b2d2-9ba3-426d-857f-a9813517702c" providerId="AD" clId="Web-{5FEFB023-A810-DCAC-D5DE-7F4098802F05}" dt="2024-05-01T21:35:10.639" v="5087"/>
          <ac:spMkLst>
            <pc:docMk/>
            <pc:sldMk cId="1704301808" sldId="259"/>
            <ac:spMk id="36" creationId="{0AE98B72-66C6-4AB4-AF0D-BA830DE86393}"/>
          </ac:spMkLst>
        </pc:spChg>
        <pc:spChg chg="add del">
          <ac:chgData name="Thompson, Ryan G" userId="S::thompsrg01@buffalostate.edu::7952b2d2-9ba3-426d-857f-a9813517702c" providerId="AD" clId="Web-{5FEFB023-A810-DCAC-D5DE-7F4098802F05}" dt="2024-05-01T21:35:10.639" v="5087"/>
          <ac:spMkLst>
            <pc:docMk/>
            <pc:sldMk cId="1704301808" sldId="259"/>
            <ac:spMk id="37" creationId="{407EAFC6-733F-403D-BB4D-05A3A28742F1}"/>
          </ac:spMkLst>
        </pc:spChg>
        <pc:spChg chg="add del">
          <ac:chgData name="Thompson, Ryan G" userId="S::thompsrg01@buffalostate.edu::7952b2d2-9ba3-426d-857f-a9813517702c" providerId="AD" clId="Web-{5FEFB023-A810-DCAC-D5DE-7F4098802F05}" dt="2024-05-01T21:35:10.639" v="5087"/>
          <ac:spMkLst>
            <pc:docMk/>
            <pc:sldMk cId="1704301808" sldId="259"/>
            <ac:spMk id="38" creationId="{17A36730-4CB0-4F61-AD11-A44C9765833F}"/>
          </ac:spMkLst>
        </pc:spChg>
        <pc:spChg chg="add del">
          <ac:chgData name="Thompson, Ryan G" userId="S::thompsrg01@buffalostate.edu::7952b2d2-9ba3-426d-857f-a9813517702c" providerId="AD" clId="Web-{5FEFB023-A810-DCAC-D5DE-7F4098802F05}" dt="2024-05-01T21:35:10.639" v="5087"/>
          <ac:spMkLst>
            <pc:docMk/>
            <pc:sldMk cId="1704301808" sldId="259"/>
            <ac:spMk id="39" creationId="{C69C79E1-F916-4929-A4F3-DE763D4BFA57}"/>
          </ac:spMkLst>
        </pc:spChg>
        <pc:spChg chg="add del">
          <ac:chgData name="Thompson, Ryan G" userId="S::thompsrg01@buffalostate.edu::7952b2d2-9ba3-426d-857f-a9813517702c" providerId="AD" clId="Web-{5FEFB023-A810-DCAC-D5DE-7F4098802F05}" dt="2024-05-01T22:10:49.428" v="5505"/>
          <ac:spMkLst>
            <pc:docMk/>
            <pc:sldMk cId="1704301808" sldId="259"/>
            <ac:spMk id="44" creationId="{A4E37431-20F0-4DD6-84A9-ED2B644943A2}"/>
          </ac:spMkLst>
        </pc:spChg>
        <pc:spChg chg="add del">
          <ac:chgData name="Thompson, Ryan G" userId="S::thompsrg01@buffalostate.edu::7952b2d2-9ba3-426d-857f-a9813517702c" providerId="AD" clId="Web-{5FEFB023-A810-DCAC-D5DE-7F4098802F05}" dt="2024-05-01T22:10:49.428" v="5505"/>
          <ac:spMkLst>
            <pc:docMk/>
            <pc:sldMk cId="1704301808" sldId="259"/>
            <ac:spMk id="46" creationId="{0AE98B72-66C6-4AB4-AF0D-BA830DE86393}"/>
          </ac:spMkLst>
        </pc:spChg>
        <pc:spChg chg="add del">
          <ac:chgData name="Thompson, Ryan G" userId="S::thompsrg01@buffalostate.edu::7952b2d2-9ba3-426d-857f-a9813517702c" providerId="AD" clId="Web-{5FEFB023-A810-DCAC-D5DE-7F4098802F05}" dt="2024-05-01T22:10:49.428" v="5505"/>
          <ac:spMkLst>
            <pc:docMk/>
            <pc:sldMk cId="1704301808" sldId="259"/>
            <ac:spMk id="48" creationId="{407EAFC6-733F-403D-BB4D-05A3A28742F1}"/>
          </ac:spMkLst>
        </pc:spChg>
        <pc:spChg chg="add del">
          <ac:chgData name="Thompson, Ryan G" userId="S::thompsrg01@buffalostate.edu::7952b2d2-9ba3-426d-857f-a9813517702c" providerId="AD" clId="Web-{5FEFB023-A810-DCAC-D5DE-7F4098802F05}" dt="2024-05-01T22:10:49.428" v="5505"/>
          <ac:spMkLst>
            <pc:docMk/>
            <pc:sldMk cId="1704301808" sldId="259"/>
            <ac:spMk id="50" creationId="{17A36730-4CB0-4F61-AD11-A44C9765833F}"/>
          </ac:spMkLst>
        </pc:spChg>
        <pc:spChg chg="add del">
          <ac:chgData name="Thompson, Ryan G" userId="S::thompsrg01@buffalostate.edu::7952b2d2-9ba3-426d-857f-a9813517702c" providerId="AD" clId="Web-{5FEFB023-A810-DCAC-D5DE-7F4098802F05}" dt="2024-05-01T22:10:49.428" v="5505"/>
          <ac:spMkLst>
            <pc:docMk/>
            <pc:sldMk cId="1704301808" sldId="259"/>
            <ac:spMk id="52" creationId="{C69C79E1-F916-4929-A4F3-DE763D4BFA57}"/>
          </ac:spMkLst>
        </pc:spChg>
        <pc:spChg chg="add del">
          <ac:chgData name="Thompson, Ryan G" userId="S::thompsrg01@buffalostate.edu::7952b2d2-9ba3-426d-857f-a9813517702c" providerId="AD" clId="Web-{5FEFB023-A810-DCAC-D5DE-7F4098802F05}" dt="2024-05-01T22:10:49.428" v="5505"/>
          <ac:spMkLst>
            <pc:docMk/>
            <pc:sldMk cId="1704301808" sldId="259"/>
            <ac:spMk id="54" creationId="{767334AB-16BD-4EC7-8C6B-4B5171600933}"/>
          </ac:spMkLst>
        </pc:spChg>
        <pc:spChg chg="add">
          <ac:chgData name="Thompson, Ryan G" userId="S::thompsrg01@buffalostate.edu::7952b2d2-9ba3-426d-857f-a9813517702c" providerId="AD" clId="Web-{5FEFB023-A810-DCAC-D5DE-7F4098802F05}" dt="2024-05-01T22:10:49.428" v="5505"/>
          <ac:spMkLst>
            <pc:docMk/>
            <pc:sldMk cId="1704301808" sldId="259"/>
            <ac:spMk id="59" creationId="{9203DE33-2CD4-4CA8-9AF3-37C3B65133B0}"/>
          </ac:spMkLst>
        </pc:spChg>
        <pc:spChg chg="add">
          <ac:chgData name="Thompson, Ryan G" userId="S::thompsrg01@buffalostate.edu::7952b2d2-9ba3-426d-857f-a9813517702c" providerId="AD" clId="Web-{5FEFB023-A810-DCAC-D5DE-7F4098802F05}" dt="2024-05-01T22:10:49.428" v="5505"/>
          <ac:spMkLst>
            <pc:docMk/>
            <pc:sldMk cId="1704301808" sldId="259"/>
            <ac:spMk id="61" creationId="{0AF57B88-1D4C-41FA-A761-EC1DD10C35CB}"/>
          </ac:spMkLst>
        </pc:spChg>
        <pc:spChg chg="add">
          <ac:chgData name="Thompson, Ryan G" userId="S::thompsrg01@buffalostate.edu::7952b2d2-9ba3-426d-857f-a9813517702c" providerId="AD" clId="Web-{5FEFB023-A810-DCAC-D5DE-7F4098802F05}" dt="2024-05-01T22:10:49.428" v="5505"/>
          <ac:spMkLst>
            <pc:docMk/>
            <pc:sldMk cId="1704301808" sldId="259"/>
            <ac:spMk id="63" creationId="{D2548F45-5164-4ABB-8212-7F293FDED8D4}"/>
          </ac:spMkLst>
        </pc:spChg>
        <pc:spChg chg="add">
          <ac:chgData name="Thompson, Ryan G" userId="S::thompsrg01@buffalostate.edu::7952b2d2-9ba3-426d-857f-a9813517702c" providerId="AD" clId="Web-{5FEFB023-A810-DCAC-D5DE-7F4098802F05}" dt="2024-05-01T22:10:49.428" v="5505"/>
          <ac:spMkLst>
            <pc:docMk/>
            <pc:sldMk cId="1704301808" sldId="259"/>
            <ac:spMk id="65" creationId="{5E81CCFB-7BEF-4186-86FB-D09450B4D02D}"/>
          </ac:spMkLst>
        </pc:spChg>
        <pc:picChg chg="mod">
          <ac:chgData name="Thompson, Ryan G" userId="S::thompsrg01@buffalostate.edu::7952b2d2-9ba3-426d-857f-a9813517702c" providerId="AD" clId="Web-{5FEFB023-A810-DCAC-D5DE-7F4098802F05}" dt="2024-05-01T22:10:49.428" v="5505"/>
          <ac:picMkLst>
            <pc:docMk/>
            <pc:sldMk cId="1704301808" sldId="259"/>
            <ac:picMk id="6" creationId="{5D440525-9D24-231F-37FB-640136A46C94}"/>
          </ac:picMkLst>
        </pc:picChg>
      </pc:sldChg>
      <pc:sldChg chg="addSp delSp modSp mod setBg">
        <pc:chgData name="Thompson, Ryan G" userId="S::thompsrg01@buffalostate.edu::7952b2d2-9ba3-426d-857f-a9813517702c" providerId="AD" clId="Web-{5FEFB023-A810-DCAC-D5DE-7F4098802F05}" dt="2024-05-01T22:11:50.789" v="5511" actId="1076"/>
        <pc:sldMkLst>
          <pc:docMk/>
          <pc:sldMk cId="2664447190" sldId="261"/>
        </pc:sldMkLst>
        <pc:spChg chg="mod">
          <ac:chgData name="Thompson, Ryan G" userId="S::thompsrg01@buffalostate.edu::7952b2d2-9ba3-426d-857f-a9813517702c" providerId="AD" clId="Web-{5FEFB023-A810-DCAC-D5DE-7F4098802F05}" dt="2024-05-01T22:11:50.789" v="5511" actId="1076"/>
          <ac:spMkLst>
            <pc:docMk/>
            <pc:sldMk cId="2664447190" sldId="261"/>
            <ac:spMk id="2" creationId="{30B5FB2F-2D54-94F7-9B94-03F1D8891B76}"/>
          </ac:spMkLst>
        </pc:spChg>
        <pc:spChg chg="del">
          <ac:chgData name="Thompson, Ryan G" userId="S::thompsrg01@buffalostate.edu::7952b2d2-9ba3-426d-857f-a9813517702c" providerId="AD" clId="Web-{5FEFB023-A810-DCAC-D5DE-7F4098802F05}" dt="2024-05-01T19:19:06.755" v="3603"/>
          <ac:spMkLst>
            <pc:docMk/>
            <pc:sldMk cId="2664447190" sldId="261"/>
            <ac:spMk id="3" creationId="{2B81C6F8-9064-C611-BA9C-1E0B70FC40DB}"/>
          </ac:spMkLst>
        </pc:spChg>
        <pc:spChg chg="add del">
          <ac:chgData name="Thompson, Ryan G" userId="S::thompsrg01@buffalostate.edu::7952b2d2-9ba3-426d-857f-a9813517702c" providerId="AD" clId="Web-{5FEFB023-A810-DCAC-D5DE-7F4098802F05}" dt="2024-05-01T21:37:26.565" v="5109"/>
          <ac:spMkLst>
            <pc:docMk/>
            <pc:sldMk cId="2664447190" sldId="261"/>
            <ac:spMk id="7" creationId="{6F5A5072-7B47-4D32-B52A-4EBBF590B8A5}"/>
          </ac:spMkLst>
        </pc:spChg>
        <pc:spChg chg="add del">
          <ac:chgData name="Thompson, Ryan G" userId="S::thompsrg01@buffalostate.edu::7952b2d2-9ba3-426d-857f-a9813517702c" providerId="AD" clId="Web-{5FEFB023-A810-DCAC-D5DE-7F4098802F05}" dt="2024-05-01T21:38:24.740" v="5125"/>
          <ac:spMkLst>
            <pc:docMk/>
            <pc:sldMk cId="2664447190" sldId="261"/>
            <ac:spMk id="8" creationId="{9203DE33-2CD4-4CA8-9AF3-37C3B65133B0}"/>
          </ac:spMkLst>
        </pc:spChg>
        <pc:spChg chg="add del">
          <ac:chgData name="Thompson, Ryan G" userId="S::thompsrg01@buffalostate.edu::7952b2d2-9ba3-426d-857f-a9813517702c" providerId="AD" clId="Web-{5FEFB023-A810-DCAC-D5DE-7F4098802F05}" dt="2024-05-01T21:37:26.565" v="5109"/>
          <ac:spMkLst>
            <pc:docMk/>
            <pc:sldMk cId="2664447190" sldId="261"/>
            <ac:spMk id="9" creationId="{9715DAF0-AE1B-46C9-8A6B-DB2AA05AB91D}"/>
          </ac:spMkLst>
        </pc:spChg>
        <pc:spChg chg="add del">
          <ac:chgData name="Thompson, Ryan G" userId="S::thompsrg01@buffalostate.edu::7952b2d2-9ba3-426d-857f-a9813517702c" providerId="AD" clId="Web-{5FEFB023-A810-DCAC-D5DE-7F4098802F05}" dt="2024-05-01T21:38:24.740" v="5125"/>
          <ac:spMkLst>
            <pc:docMk/>
            <pc:sldMk cId="2664447190" sldId="261"/>
            <ac:spMk id="10" creationId="{0AF57B88-1D4C-41FA-A761-EC1DD10C35CB}"/>
          </ac:spMkLst>
        </pc:spChg>
        <pc:spChg chg="add del">
          <ac:chgData name="Thompson, Ryan G" userId="S::thompsrg01@buffalostate.edu::7952b2d2-9ba3-426d-857f-a9813517702c" providerId="AD" clId="Web-{5FEFB023-A810-DCAC-D5DE-7F4098802F05}" dt="2024-05-01T21:37:26.565" v="5109"/>
          <ac:spMkLst>
            <pc:docMk/>
            <pc:sldMk cId="2664447190" sldId="261"/>
            <ac:spMk id="11" creationId="{6016219D-510E-4184-9090-6D5578A87BD1}"/>
          </ac:spMkLst>
        </pc:spChg>
        <pc:spChg chg="add del">
          <ac:chgData name="Thompson, Ryan G" userId="S::thompsrg01@buffalostate.edu::7952b2d2-9ba3-426d-857f-a9813517702c" providerId="AD" clId="Web-{5FEFB023-A810-DCAC-D5DE-7F4098802F05}" dt="2024-05-01T21:38:24.740" v="5125"/>
          <ac:spMkLst>
            <pc:docMk/>
            <pc:sldMk cId="2664447190" sldId="261"/>
            <ac:spMk id="12" creationId="{D2548F45-5164-4ABB-8212-7F293FDED8D4}"/>
          </ac:spMkLst>
        </pc:spChg>
        <pc:spChg chg="add del">
          <ac:chgData name="Thompson, Ryan G" userId="S::thompsrg01@buffalostate.edu::7952b2d2-9ba3-426d-857f-a9813517702c" providerId="AD" clId="Web-{5FEFB023-A810-DCAC-D5DE-7F4098802F05}" dt="2024-05-01T21:37:26.565" v="5109"/>
          <ac:spMkLst>
            <pc:docMk/>
            <pc:sldMk cId="2664447190" sldId="261"/>
            <ac:spMk id="13" creationId="{AFF4A713-7B75-4B21-90D7-5AB19547C728}"/>
          </ac:spMkLst>
        </pc:spChg>
        <pc:spChg chg="add del">
          <ac:chgData name="Thompson, Ryan G" userId="S::thompsrg01@buffalostate.edu::7952b2d2-9ba3-426d-857f-a9813517702c" providerId="AD" clId="Web-{5FEFB023-A810-DCAC-D5DE-7F4098802F05}" dt="2024-05-01T21:38:24.740" v="5125"/>
          <ac:spMkLst>
            <pc:docMk/>
            <pc:sldMk cId="2664447190" sldId="261"/>
            <ac:spMk id="14" creationId="{5E81CCFB-7BEF-4186-86FB-D09450B4D02D}"/>
          </ac:spMkLst>
        </pc:spChg>
        <pc:spChg chg="add del">
          <ac:chgData name="Thompson, Ryan G" userId="S::thompsrg01@buffalostate.edu::7952b2d2-9ba3-426d-857f-a9813517702c" providerId="AD" clId="Web-{5FEFB023-A810-DCAC-D5DE-7F4098802F05}" dt="2024-05-01T21:37:26.565" v="5109"/>
          <ac:spMkLst>
            <pc:docMk/>
            <pc:sldMk cId="2664447190" sldId="261"/>
            <ac:spMk id="15" creationId="{DC631C0B-6DA6-4E57-8231-CE32B3434A7E}"/>
          </ac:spMkLst>
        </pc:spChg>
        <pc:spChg chg="add del">
          <ac:chgData name="Thompson, Ryan G" userId="S::thompsrg01@buffalostate.edu::7952b2d2-9ba3-426d-857f-a9813517702c" providerId="AD" clId="Web-{5FEFB023-A810-DCAC-D5DE-7F4098802F05}" dt="2024-05-01T21:37:26.565" v="5109"/>
          <ac:spMkLst>
            <pc:docMk/>
            <pc:sldMk cId="2664447190" sldId="261"/>
            <ac:spMk id="17" creationId="{C29501E6-A978-4A61-9689-9085AF97A53A}"/>
          </ac:spMkLst>
        </pc:spChg>
        <pc:spChg chg="add del">
          <ac:chgData name="Thompson, Ryan G" userId="S::thompsrg01@buffalostate.edu::7952b2d2-9ba3-426d-857f-a9813517702c" providerId="AD" clId="Web-{5FEFB023-A810-DCAC-D5DE-7F4098802F05}" dt="2024-05-01T21:37:49.347" v="5112"/>
          <ac:spMkLst>
            <pc:docMk/>
            <pc:sldMk cId="2664447190" sldId="261"/>
            <ac:spMk id="19" creationId="{8C790BE2-4E4F-4AAF-81A2-4A6F4885EBE6}"/>
          </ac:spMkLst>
        </pc:spChg>
        <pc:spChg chg="add del">
          <ac:chgData name="Thompson, Ryan G" userId="S::thompsrg01@buffalostate.edu::7952b2d2-9ba3-426d-857f-a9813517702c" providerId="AD" clId="Web-{5FEFB023-A810-DCAC-D5DE-7F4098802F05}" dt="2024-05-01T21:37:49.347" v="5112"/>
          <ac:spMkLst>
            <pc:docMk/>
            <pc:sldMk cId="2664447190" sldId="261"/>
            <ac:spMk id="21" creationId="{D28B54C3-B57B-472A-B96E-1FCB67093DC2}"/>
          </ac:spMkLst>
        </pc:spChg>
        <pc:spChg chg="add del">
          <ac:chgData name="Thompson, Ryan G" userId="S::thompsrg01@buffalostate.edu::7952b2d2-9ba3-426d-857f-a9813517702c" providerId="AD" clId="Web-{5FEFB023-A810-DCAC-D5DE-7F4098802F05}" dt="2024-05-01T21:37:49.347" v="5112"/>
          <ac:spMkLst>
            <pc:docMk/>
            <pc:sldMk cId="2664447190" sldId="261"/>
            <ac:spMk id="23" creationId="{7DB3C429-F8DA-49B9-AF84-21996FCF78B5}"/>
          </ac:spMkLst>
        </pc:spChg>
        <pc:spChg chg="add del">
          <ac:chgData name="Thompson, Ryan G" userId="S::thompsrg01@buffalostate.edu::7952b2d2-9ba3-426d-857f-a9813517702c" providerId="AD" clId="Web-{5FEFB023-A810-DCAC-D5DE-7F4098802F05}" dt="2024-05-01T21:37:49.347" v="5112"/>
          <ac:spMkLst>
            <pc:docMk/>
            <pc:sldMk cId="2664447190" sldId="261"/>
            <ac:spMk id="25" creationId="{C4C9F2B0-1044-46EB-8AEB-C3BFFDE6C2CC}"/>
          </ac:spMkLst>
        </pc:spChg>
        <pc:spChg chg="add del">
          <ac:chgData name="Thompson, Ryan G" userId="S::thompsrg01@buffalostate.edu::7952b2d2-9ba3-426d-857f-a9813517702c" providerId="AD" clId="Web-{5FEFB023-A810-DCAC-D5DE-7F4098802F05}" dt="2024-05-01T21:37:49.347" v="5112"/>
          <ac:spMkLst>
            <pc:docMk/>
            <pc:sldMk cId="2664447190" sldId="261"/>
            <ac:spMk id="27" creationId="{32B3ACB3-D689-442E-8A40-8680B0FEB8A2}"/>
          </ac:spMkLst>
        </pc:spChg>
        <pc:spChg chg="add del">
          <ac:chgData name="Thompson, Ryan G" userId="S::thompsrg01@buffalostate.edu::7952b2d2-9ba3-426d-857f-a9813517702c" providerId="AD" clId="Web-{5FEFB023-A810-DCAC-D5DE-7F4098802F05}" dt="2024-05-01T21:37:54.285" v="5114"/>
          <ac:spMkLst>
            <pc:docMk/>
            <pc:sldMk cId="2664447190" sldId="261"/>
            <ac:spMk id="29" creationId="{EDF4B167-8E82-4458-AE55-88B683EBF69B}"/>
          </ac:spMkLst>
        </pc:spChg>
        <pc:spChg chg="add del">
          <ac:chgData name="Thompson, Ryan G" userId="S::thompsrg01@buffalostate.edu::7952b2d2-9ba3-426d-857f-a9813517702c" providerId="AD" clId="Web-{5FEFB023-A810-DCAC-D5DE-7F4098802F05}" dt="2024-05-01T21:37:54.285" v="5114"/>
          <ac:spMkLst>
            <pc:docMk/>
            <pc:sldMk cId="2664447190" sldId="261"/>
            <ac:spMk id="30" creationId="{736CAB1F-557E-4FA4-81CC-DC491EF83443}"/>
          </ac:spMkLst>
        </pc:spChg>
        <pc:spChg chg="add del">
          <ac:chgData name="Thompson, Ryan G" userId="S::thompsrg01@buffalostate.edu::7952b2d2-9ba3-426d-857f-a9813517702c" providerId="AD" clId="Web-{5FEFB023-A810-DCAC-D5DE-7F4098802F05}" dt="2024-05-01T21:37:54.285" v="5114"/>
          <ac:spMkLst>
            <pc:docMk/>
            <pc:sldMk cId="2664447190" sldId="261"/>
            <ac:spMk id="31" creationId="{55993D72-5628-4E5E-BB9F-96066414EEFD}"/>
          </ac:spMkLst>
        </pc:spChg>
        <pc:spChg chg="add del">
          <ac:chgData name="Thompson, Ryan G" userId="S::thompsrg01@buffalostate.edu::7952b2d2-9ba3-426d-857f-a9813517702c" providerId="AD" clId="Web-{5FEFB023-A810-DCAC-D5DE-7F4098802F05}" dt="2024-05-01T21:37:54.285" v="5114"/>
          <ac:spMkLst>
            <pc:docMk/>
            <pc:sldMk cId="2664447190" sldId="261"/>
            <ac:spMk id="32" creationId="{AA065953-3D69-4CD4-80C3-DF10DEB4C761}"/>
          </ac:spMkLst>
        </pc:spChg>
        <pc:spChg chg="add del">
          <ac:chgData name="Thompson, Ryan G" userId="S::thompsrg01@buffalostate.edu::7952b2d2-9ba3-426d-857f-a9813517702c" providerId="AD" clId="Web-{5FEFB023-A810-DCAC-D5DE-7F4098802F05}" dt="2024-05-01T21:37:54.285" v="5114"/>
          <ac:spMkLst>
            <pc:docMk/>
            <pc:sldMk cId="2664447190" sldId="261"/>
            <ac:spMk id="33" creationId="{2AB36DB5-F10D-4EDB-87E2-ECB9301FFC62}"/>
          </ac:spMkLst>
        </pc:spChg>
        <pc:spChg chg="add del">
          <ac:chgData name="Thompson, Ryan G" userId="S::thompsrg01@buffalostate.edu::7952b2d2-9ba3-426d-857f-a9813517702c" providerId="AD" clId="Web-{5FEFB023-A810-DCAC-D5DE-7F4098802F05}" dt="2024-05-01T21:37:54.285" v="5114"/>
          <ac:spMkLst>
            <pc:docMk/>
            <pc:sldMk cId="2664447190" sldId="261"/>
            <ac:spMk id="34" creationId="{446F195D-95DC-419E-BBC1-E2B601A6067B}"/>
          </ac:spMkLst>
        </pc:spChg>
        <pc:spChg chg="add del">
          <ac:chgData name="Thompson, Ryan G" userId="S::thompsrg01@buffalostate.edu::7952b2d2-9ba3-426d-857f-a9813517702c" providerId="AD" clId="Web-{5FEFB023-A810-DCAC-D5DE-7F4098802F05}" dt="2024-05-01T21:37:54.285" v="5114"/>
          <ac:spMkLst>
            <pc:docMk/>
            <pc:sldMk cId="2664447190" sldId="261"/>
            <ac:spMk id="35" creationId="{55550980-2AB6-4DE5-86DD-064ADF160E40}"/>
          </ac:spMkLst>
        </pc:spChg>
        <pc:spChg chg="add del">
          <ac:chgData name="Thompson, Ryan G" userId="S::thompsrg01@buffalostate.edu::7952b2d2-9ba3-426d-857f-a9813517702c" providerId="AD" clId="Web-{5FEFB023-A810-DCAC-D5DE-7F4098802F05}" dt="2024-05-01T21:37:58.286" v="5116"/>
          <ac:spMkLst>
            <pc:docMk/>
            <pc:sldMk cId="2664447190" sldId="261"/>
            <ac:spMk id="37" creationId="{0671A8AE-40A1-4631-A6B8-581AFF065482}"/>
          </ac:spMkLst>
        </pc:spChg>
        <pc:spChg chg="add del">
          <ac:chgData name="Thompson, Ryan G" userId="S::thompsrg01@buffalostate.edu::7952b2d2-9ba3-426d-857f-a9813517702c" providerId="AD" clId="Web-{5FEFB023-A810-DCAC-D5DE-7F4098802F05}" dt="2024-05-01T21:37:58.286" v="5116"/>
          <ac:spMkLst>
            <pc:docMk/>
            <pc:sldMk cId="2664447190" sldId="261"/>
            <ac:spMk id="38" creationId="{AB58EF07-17C2-48CF-ABB0-EEF1F17CB8F0}"/>
          </ac:spMkLst>
        </pc:spChg>
        <pc:spChg chg="add del">
          <ac:chgData name="Thompson, Ryan G" userId="S::thompsrg01@buffalostate.edu::7952b2d2-9ba3-426d-857f-a9813517702c" providerId="AD" clId="Web-{5FEFB023-A810-DCAC-D5DE-7F4098802F05}" dt="2024-05-01T21:37:58.286" v="5116"/>
          <ac:spMkLst>
            <pc:docMk/>
            <pc:sldMk cId="2664447190" sldId="261"/>
            <ac:spMk id="39" creationId="{AF2F604E-43BE-4DC3-B983-E071523364F8}"/>
          </ac:spMkLst>
        </pc:spChg>
        <pc:spChg chg="add del">
          <ac:chgData name="Thompson, Ryan G" userId="S::thompsrg01@buffalostate.edu::7952b2d2-9ba3-426d-857f-a9813517702c" providerId="AD" clId="Web-{5FEFB023-A810-DCAC-D5DE-7F4098802F05}" dt="2024-05-01T21:37:58.286" v="5116"/>
          <ac:spMkLst>
            <pc:docMk/>
            <pc:sldMk cId="2664447190" sldId="261"/>
            <ac:spMk id="40" creationId="{08C9B587-E65E-4B52-B37C-ABEBB6E87928}"/>
          </ac:spMkLst>
        </pc:spChg>
        <pc:spChg chg="add del">
          <ac:chgData name="Thompson, Ryan G" userId="S::thompsrg01@buffalostate.edu::7952b2d2-9ba3-426d-857f-a9813517702c" providerId="AD" clId="Web-{5FEFB023-A810-DCAC-D5DE-7F4098802F05}" dt="2024-05-01T21:38:06.317" v="5118"/>
          <ac:spMkLst>
            <pc:docMk/>
            <pc:sldMk cId="2664447190" sldId="261"/>
            <ac:spMk id="42" creationId="{8555C5B3-193A-4749-9AFD-682E53CDDE8F}"/>
          </ac:spMkLst>
        </pc:spChg>
        <pc:spChg chg="add del">
          <ac:chgData name="Thompson, Ryan G" userId="S::thompsrg01@buffalostate.edu::7952b2d2-9ba3-426d-857f-a9813517702c" providerId="AD" clId="Web-{5FEFB023-A810-DCAC-D5DE-7F4098802F05}" dt="2024-05-01T21:38:06.317" v="5118"/>
          <ac:spMkLst>
            <pc:docMk/>
            <pc:sldMk cId="2664447190" sldId="261"/>
            <ac:spMk id="43" creationId="{2EAE06A6-F76A-41C9-827A-C561B004485C}"/>
          </ac:spMkLst>
        </pc:spChg>
        <pc:spChg chg="add del">
          <ac:chgData name="Thompson, Ryan G" userId="S::thompsrg01@buffalostate.edu::7952b2d2-9ba3-426d-857f-a9813517702c" providerId="AD" clId="Web-{5FEFB023-A810-DCAC-D5DE-7F4098802F05}" dt="2024-05-01T21:38:06.317" v="5118"/>
          <ac:spMkLst>
            <pc:docMk/>
            <pc:sldMk cId="2664447190" sldId="261"/>
            <ac:spMk id="44" creationId="{89F9D4E8-0639-444B-949B-9518585061AF}"/>
          </ac:spMkLst>
        </pc:spChg>
        <pc:spChg chg="add del">
          <ac:chgData name="Thompson, Ryan G" userId="S::thompsrg01@buffalostate.edu::7952b2d2-9ba3-426d-857f-a9813517702c" providerId="AD" clId="Web-{5FEFB023-A810-DCAC-D5DE-7F4098802F05}" dt="2024-05-01T21:38:06.317" v="5118"/>
          <ac:spMkLst>
            <pc:docMk/>
            <pc:sldMk cId="2664447190" sldId="261"/>
            <ac:spMk id="45" creationId="{7E3DA7A2-ED70-4BBA-AB72-00AD461FA405}"/>
          </ac:spMkLst>
        </pc:spChg>
        <pc:spChg chg="add del">
          <ac:chgData name="Thompson, Ryan G" userId="S::thompsrg01@buffalostate.edu::7952b2d2-9ba3-426d-857f-a9813517702c" providerId="AD" clId="Web-{5FEFB023-A810-DCAC-D5DE-7F4098802F05}" dt="2024-05-01T21:38:06.317" v="5118"/>
          <ac:spMkLst>
            <pc:docMk/>
            <pc:sldMk cId="2664447190" sldId="261"/>
            <ac:spMk id="46" creationId="{FC485432-3647-4218-B5D3-15D3FA222B13}"/>
          </ac:spMkLst>
        </pc:spChg>
        <pc:spChg chg="add del">
          <ac:chgData name="Thompson, Ryan G" userId="S::thompsrg01@buffalostate.edu::7952b2d2-9ba3-426d-857f-a9813517702c" providerId="AD" clId="Web-{5FEFB023-A810-DCAC-D5DE-7F4098802F05}" dt="2024-05-01T21:38:06.317" v="5118"/>
          <ac:spMkLst>
            <pc:docMk/>
            <pc:sldMk cId="2664447190" sldId="261"/>
            <ac:spMk id="47" creationId="{F4AFDDCA-6ABA-4D23-8A5C-1BF0F4308148}"/>
          </ac:spMkLst>
        </pc:spChg>
        <pc:spChg chg="add del">
          <ac:chgData name="Thompson, Ryan G" userId="S::thompsrg01@buffalostate.edu::7952b2d2-9ba3-426d-857f-a9813517702c" providerId="AD" clId="Web-{5FEFB023-A810-DCAC-D5DE-7F4098802F05}" dt="2024-05-01T21:38:08.708" v="5120"/>
          <ac:spMkLst>
            <pc:docMk/>
            <pc:sldMk cId="2664447190" sldId="261"/>
            <ac:spMk id="49" creationId="{A8384FB5-9ADC-4DDC-881B-597D56F5B15D}"/>
          </ac:spMkLst>
        </pc:spChg>
        <pc:spChg chg="add del">
          <ac:chgData name="Thompson, Ryan G" userId="S::thompsrg01@buffalostate.edu::7952b2d2-9ba3-426d-857f-a9813517702c" providerId="AD" clId="Web-{5FEFB023-A810-DCAC-D5DE-7F4098802F05}" dt="2024-05-01T21:38:08.708" v="5120"/>
          <ac:spMkLst>
            <pc:docMk/>
            <pc:sldMk cId="2664447190" sldId="261"/>
            <ac:spMk id="50" creationId="{1199E1B1-A8C0-4FE8-A5A8-1CB41D69F857}"/>
          </ac:spMkLst>
        </pc:spChg>
        <pc:spChg chg="add del">
          <ac:chgData name="Thompson, Ryan G" userId="S::thompsrg01@buffalostate.edu::7952b2d2-9ba3-426d-857f-a9813517702c" providerId="AD" clId="Web-{5FEFB023-A810-DCAC-D5DE-7F4098802F05}" dt="2024-05-01T21:38:08.708" v="5120"/>
          <ac:spMkLst>
            <pc:docMk/>
            <pc:sldMk cId="2664447190" sldId="261"/>
            <ac:spMk id="51" creationId="{84A8DE83-DE75-4B41-9DB4-A7EC0B0DEC0B}"/>
          </ac:spMkLst>
        </pc:spChg>
        <pc:spChg chg="add del">
          <ac:chgData name="Thompson, Ryan G" userId="S::thompsrg01@buffalostate.edu::7952b2d2-9ba3-426d-857f-a9813517702c" providerId="AD" clId="Web-{5FEFB023-A810-DCAC-D5DE-7F4098802F05}" dt="2024-05-01T21:38:08.708" v="5120"/>
          <ac:spMkLst>
            <pc:docMk/>
            <pc:sldMk cId="2664447190" sldId="261"/>
            <ac:spMk id="52" creationId="{A7009A0A-BEF5-4EAC-AF15-E4F9F002E239}"/>
          </ac:spMkLst>
        </pc:spChg>
        <pc:spChg chg="add del">
          <ac:chgData name="Thompson, Ryan G" userId="S::thompsrg01@buffalostate.edu::7952b2d2-9ba3-426d-857f-a9813517702c" providerId="AD" clId="Web-{5FEFB023-A810-DCAC-D5DE-7F4098802F05}" dt="2024-05-01T21:38:18.239" v="5122"/>
          <ac:spMkLst>
            <pc:docMk/>
            <pc:sldMk cId="2664447190" sldId="261"/>
            <ac:spMk id="54" creationId="{8D0D6D3E-D7F9-4591-9CA9-DDF4DB1F73DA}"/>
          </ac:spMkLst>
        </pc:spChg>
        <pc:spChg chg="add del">
          <ac:chgData name="Thompson, Ryan G" userId="S::thompsrg01@buffalostate.edu::7952b2d2-9ba3-426d-857f-a9813517702c" providerId="AD" clId="Web-{5FEFB023-A810-DCAC-D5DE-7F4098802F05}" dt="2024-05-01T21:38:18.239" v="5122"/>
          <ac:spMkLst>
            <pc:docMk/>
            <pc:sldMk cId="2664447190" sldId="261"/>
            <ac:spMk id="55" creationId="{C4C9F2B0-1044-46EB-8AEB-C3BFFDE6C2CC}"/>
          </ac:spMkLst>
        </pc:spChg>
        <pc:spChg chg="add del">
          <ac:chgData name="Thompson, Ryan G" userId="S::thompsrg01@buffalostate.edu::7952b2d2-9ba3-426d-857f-a9813517702c" providerId="AD" clId="Web-{5FEFB023-A810-DCAC-D5DE-7F4098802F05}" dt="2024-05-01T21:38:18.239" v="5122"/>
          <ac:spMkLst>
            <pc:docMk/>
            <pc:sldMk cId="2664447190" sldId="261"/>
            <ac:spMk id="56" creationId="{D28B54C3-B57B-472A-B96E-1FCB67093DC2}"/>
          </ac:spMkLst>
        </pc:spChg>
        <pc:spChg chg="add del">
          <ac:chgData name="Thompson, Ryan G" userId="S::thompsrg01@buffalostate.edu::7952b2d2-9ba3-426d-857f-a9813517702c" providerId="AD" clId="Web-{5FEFB023-A810-DCAC-D5DE-7F4098802F05}" dt="2024-05-01T21:38:18.239" v="5122"/>
          <ac:spMkLst>
            <pc:docMk/>
            <pc:sldMk cId="2664447190" sldId="261"/>
            <ac:spMk id="57" creationId="{7DB3C429-F8DA-49B9-AF84-21996FCF78B5}"/>
          </ac:spMkLst>
        </pc:spChg>
        <pc:spChg chg="add del">
          <ac:chgData name="Thompson, Ryan G" userId="S::thompsrg01@buffalostate.edu::7952b2d2-9ba3-426d-857f-a9813517702c" providerId="AD" clId="Web-{5FEFB023-A810-DCAC-D5DE-7F4098802F05}" dt="2024-05-01T21:38:24.724" v="5124"/>
          <ac:spMkLst>
            <pc:docMk/>
            <pc:sldMk cId="2664447190" sldId="261"/>
            <ac:spMk id="59" creationId="{A8384FB5-9ADC-4DDC-881B-597D56F5B15D}"/>
          </ac:spMkLst>
        </pc:spChg>
        <pc:spChg chg="add del">
          <ac:chgData name="Thompson, Ryan G" userId="S::thompsrg01@buffalostate.edu::7952b2d2-9ba3-426d-857f-a9813517702c" providerId="AD" clId="Web-{5FEFB023-A810-DCAC-D5DE-7F4098802F05}" dt="2024-05-01T21:38:24.724" v="5124"/>
          <ac:spMkLst>
            <pc:docMk/>
            <pc:sldMk cId="2664447190" sldId="261"/>
            <ac:spMk id="60" creationId="{BC05CA36-AD6A-4ABF-9A05-52E5A143D2BB}"/>
          </ac:spMkLst>
        </pc:spChg>
        <pc:spChg chg="add del">
          <ac:chgData name="Thompson, Ryan G" userId="S::thompsrg01@buffalostate.edu::7952b2d2-9ba3-426d-857f-a9813517702c" providerId="AD" clId="Web-{5FEFB023-A810-DCAC-D5DE-7F4098802F05}" dt="2024-05-01T21:38:24.724" v="5124"/>
          <ac:spMkLst>
            <pc:docMk/>
            <pc:sldMk cId="2664447190" sldId="261"/>
            <ac:spMk id="61" creationId="{D4331EE8-85A4-4588-8D9E-70E534D477DB}"/>
          </ac:spMkLst>
        </pc:spChg>
        <pc:spChg chg="add del">
          <ac:chgData name="Thompson, Ryan G" userId="S::thompsrg01@buffalostate.edu::7952b2d2-9ba3-426d-857f-a9813517702c" providerId="AD" clId="Web-{5FEFB023-A810-DCAC-D5DE-7F4098802F05}" dt="2024-05-01T21:38:24.724" v="5124"/>
          <ac:spMkLst>
            <pc:docMk/>
            <pc:sldMk cId="2664447190" sldId="261"/>
            <ac:spMk id="62" creationId="{49D6C862-61CC-4B46-8080-96583D653BAB}"/>
          </ac:spMkLst>
        </pc:spChg>
        <pc:spChg chg="add del">
          <ac:chgData name="Thompson, Ryan G" userId="S::thompsrg01@buffalostate.edu::7952b2d2-9ba3-426d-857f-a9813517702c" providerId="AD" clId="Web-{5FEFB023-A810-DCAC-D5DE-7F4098802F05}" dt="2024-05-01T21:38:24.724" v="5124"/>
          <ac:spMkLst>
            <pc:docMk/>
            <pc:sldMk cId="2664447190" sldId="261"/>
            <ac:spMk id="63" creationId="{E37EECFC-A684-4391-AE85-4CDAF5565F61}"/>
          </ac:spMkLst>
        </pc:spChg>
        <pc:spChg chg="add">
          <ac:chgData name="Thompson, Ryan G" userId="S::thompsrg01@buffalostate.edu::7952b2d2-9ba3-426d-857f-a9813517702c" providerId="AD" clId="Web-{5FEFB023-A810-DCAC-D5DE-7F4098802F05}" dt="2024-05-01T21:38:24.740" v="5125"/>
          <ac:spMkLst>
            <pc:docMk/>
            <pc:sldMk cId="2664447190" sldId="261"/>
            <ac:spMk id="65" creationId="{9203DE33-2CD4-4CA8-9AF3-37C3B65133B0}"/>
          </ac:spMkLst>
        </pc:spChg>
        <pc:spChg chg="add">
          <ac:chgData name="Thompson, Ryan G" userId="S::thompsrg01@buffalostate.edu::7952b2d2-9ba3-426d-857f-a9813517702c" providerId="AD" clId="Web-{5FEFB023-A810-DCAC-D5DE-7F4098802F05}" dt="2024-05-01T21:38:24.740" v="5125"/>
          <ac:spMkLst>
            <pc:docMk/>
            <pc:sldMk cId="2664447190" sldId="261"/>
            <ac:spMk id="66" creationId="{0AF57B88-1D4C-41FA-A761-EC1DD10C35CB}"/>
          </ac:spMkLst>
        </pc:spChg>
        <pc:spChg chg="add">
          <ac:chgData name="Thompson, Ryan G" userId="S::thompsrg01@buffalostate.edu::7952b2d2-9ba3-426d-857f-a9813517702c" providerId="AD" clId="Web-{5FEFB023-A810-DCAC-D5DE-7F4098802F05}" dt="2024-05-01T21:38:24.740" v="5125"/>
          <ac:spMkLst>
            <pc:docMk/>
            <pc:sldMk cId="2664447190" sldId="261"/>
            <ac:spMk id="67" creationId="{D2548F45-5164-4ABB-8212-7F293FDED8D4}"/>
          </ac:spMkLst>
        </pc:spChg>
        <pc:spChg chg="add">
          <ac:chgData name="Thompson, Ryan G" userId="S::thompsrg01@buffalostate.edu::7952b2d2-9ba3-426d-857f-a9813517702c" providerId="AD" clId="Web-{5FEFB023-A810-DCAC-D5DE-7F4098802F05}" dt="2024-05-01T21:38:24.740" v="5125"/>
          <ac:spMkLst>
            <pc:docMk/>
            <pc:sldMk cId="2664447190" sldId="261"/>
            <ac:spMk id="68" creationId="{5E81CCFB-7BEF-4186-86FB-D09450B4D02D}"/>
          </ac:spMkLst>
        </pc:spChg>
        <pc:picChg chg="add mod ord">
          <ac:chgData name="Thompson, Ryan G" userId="S::thompsrg01@buffalostate.edu::7952b2d2-9ba3-426d-857f-a9813517702c" providerId="AD" clId="Web-{5FEFB023-A810-DCAC-D5DE-7F4098802F05}" dt="2024-05-01T21:38:24.740" v="5125"/>
          <ac:picMkLst>
            <pc:docMk/>
            <pc:sldMk cId="2664447190" sldId="261"/>
            <ac:picMk id="4" creationId="{B30D6AC2-68B0-E421-CA11-73DD525BAF2F}"/>
          </ac:picMkLst>
        </pc:picChg>
      </pc:sldChg>
      <pc:sldChg chg="del">
        <pc:chgData name="Thompson, Ryan G" userId="S::thompsrg01@buffalostate.edu::7952b2d2-9ba3-426d-857f-a9813517702c" providerId="AD" clId="Web-{5FEFB023-A810-DCAC-D5DE-7F4098802F05}" dt="2024-05-01T21:41:56.278" v="5136"/>
        <pc:sldMkLst>
          <pc:docMk/>
          <pc:sldMk cId="2016636919" sldId="263"/>
        </pc:sldMkLst>
      </pc:sldChg>
      <pc:sldChg chg="del">
        <pc:chgData name="Thompson, Ryan G" userId="S::thompsrg01@buffalostate.edu::7952b2d2-9ba3-426d-857f-a9813517702c" providerId="AD" clId="Web-{5FEFB023-A810-DCAC-D5DE-7F4098802F05}" dt="2024-05-01T20:07:34.385" v="3948"/>
        <pc:sldMkLst>
          <pc:docMk/>
          <pc:sldMk cId="3860832042" sldId="264"/>
        </pc:sldMkLst>
      </pc:sldChg>
      <pc:sldChg chg="del">
        <pc:chgData name="Thompson, Ryan G" userId="S::thompsrg01@buffalostate.edu::7952b2d2-9ba3-426d-857f-a9813517702c" providerId="AD" clId="Web-{5FEFB023-A810-DCAC-D5DE-7F4098802F05}" dt="2024-05-01T20:07:23.760" v="3947"/>
        <pc:sldMkLst>
          <pc:docMk/>
          <pc:sldMk cId="2526575902" sldId="265"/>
        </pc:sldMkLst>
      </pc:sldChg>
      <pc:sldChg chg="modSp">
        <pc:chgData name="Thompson, Ryan G" userId="S::thompsrg01@buffalostate.edu::7952b2d2-9ba3-426d-857f-a9813517702c" providerId="AD" clId="Web-{5FEFB023-A810-DCAC-D5DE-7F4098802F05}" dt="2024-05-01T18:33:32.662" v="35"/>
        <pc:sldMkLst>
          <pc:docMk/>
          <pc:sldMk cId="2348693564" sldId="266"/>
        </pc:sldMkLst>
        <pc:graphicFrameChg chg="mod modGraphic">
          <ac:chgData name="Thompson, Ryan G" userId="S::thompsrg01@buffalostate.edu::7952b2d2-9ba3-426d-857f-a9813517702c" providerId="AD" clId="Web-{5FEFB023-A810-DCAC-D5DE-7F4098802F05}" dt="2024-05-01T18:33:32.662" v="35"/>
          <ac:graphicFrameMkLst>
            <pc:docMk/>
            <pc:sldMk cId="2348693564" sldId="266"/>
            <ac:graphicFrameMk id="4" creationId="{441AFD05-1716-24E9-2760-5A6738B0FB1B}"/>
          </ac:graphicFrameMkLst>
        </pc:graphicFrameChg>
      </pc:sldChg>
      <pc:sldChg chg="modSp">
        <pc:chgData name="Thompson, Ryan G" userId="S::thompsrg01@buffalostate.edu::7952b2d2-9ba3-426d-857f-a9813517702c" providerId="AD" clId="Web-{5FEFB023-A810-DCAC-D5DE-7F4098802F05}" dt="2024-05-01T22:15:24.875" v="5524"/>
        <pc:sldMkLst>
          <pc:docMk/>
          <pc:sldMk cId="534255321" sldId="267"/>
        </pc:sldMkLst>
        <pc:spChg chg="mod">
          <ac:chgData name="Thompson, Ryan G" userId="S::thompsrg01@buffalostate.edu::7952b2d2-9ba3-426d-857f-a9813517702c" providerId="AD" clId="Web-{5FEFB023-A810-DCAC-D5DE-7F4098802F05}" dt="2024-05-01T19:02:18.471" v="2371" actId="20577"/>
          <ac:spMkLst>
            <pc:docMk/>
            <pc:sldMk cId="534255321" sldId="267"/>
            <ac:spMk id="2" creationId="{63865AF7-9FA9-B136-1E85-25C81F40C048}"/>
          </ac:spMkLst>
        </pc:spChg>
        <pc:graphicFrameChg chg="mod modGraphic">
          <ac:chgData name="Thompson, Ryan G" userId="S::thompsrg01@buffalostate.edu::7952b2d2-9ba3-426d-857f-a9813517702c" providerId="AD" clId="Web-{5FEFB023-A810-DCAC-D5DE-7F4098802F05}" dt="2024-05-01T22:15:24.875" v="5524"/>
          <ac:graphicFrameMkLst>
            <pc:docMk/>
            <pc:sldMk cId="534255321" sldId="267"/>
            <ac:graphicFrameMk id="5" creationId="{41F7017F-A4F1-0BA0-8A82-A6D357796EC9}"/>
          </ac:graphicFrameMkLst>
        </pc:graphicFrameChg>
      </pc:sldChg>
      <pc:sldChg chg="modSp">
        <pc:chgData name="Thompson, Ryan G" userId="S::thompsrg01@buffalostate.edu::7952b2d2-9ba3-426d-857f-a9813517702c" providerId="AD" clId="Web-{5FEFB023-A810-DCAC-D5DE-7F4098802F05}" dt="2024-05-01T22:15:45.360" v="5530"/>
        <pc:sldMkLst>
          <pc:docMk/>
          <pc:sldMk cId="494953335" sldId="268"/>
        </pc:sldMkLst>
        <pc:spChg chg="mod">
          <ac:chgData name="Thompson, Ryan G" userId="S::thompsrg01@buffalostate.edu::7952b2d2-9ba3-426d-857f-a9813517702c" providerId="AD" clId="Web-{5FEFB023-A810-DCAC-D5DE-7F4098802F05}" dt="2024-05-01T19:02:50.378" v="2378" actId="20577"/>
          <ac:spMkLst>
            <pc:docMk/>
            <pc:sldMk cId="494953335" sldId="268"/>
            <ac:spMk id="2" creationId="{AF6D5301-171A-E42C-BB1D-4E820D3609A6}"/>
          </ac:spMkLst>
        </pc:spChg>
        <pc:graphicFrameChg chg="mod modGraphic">
          <ac:chgData name="Thompson, Ryan G" userId="S::thompsrg01@buffalostate.edu::7952b2d2-9ba3-426d-857f-a9813517702c" providerId="AD" clId="Web-{5FEFB023-A810-DCAC-D5DE-7F4098802F05}" dt="2024-05-01T22:15:45.360" v="5530"/>
          <ac:graphicFrameMkLst>
            <pc:docMk/>
            <pc:sldMk cId="494953335" sldId="268"/>
            <ac:graphicFrameMk id="21" creationId="{5E4911C8-F6C4-8A88-A6C4-51C6FF634C30}"/>
          </ac:graphicFrameMkLst>
        </pc:graphicFrameChg>
      </pc:sldChg>
      <pc:sldChg chg="addSp modSp mod setBg">
        <pc:chgData name="Thompson, Ryan G" userId="S::thompsrg01@buffalostate.edu::7952b2d2-9ba3-426d-857f-a9813517702c" providerId="AD" clId="Web-{5FEFB023-A810-DCAC-D5DE-7F4098802F05}" dt="2024-05-01T20:44:40.727" v="4240" actId="20577"/>
        <pc:sldMkLst>
          <pc:docMk/>
          <pc:sldMk cId="798865949" sldId="269"/>
        </pc:sldMkLst>
        <pc:spChg chg="mod">
          <ac:chgData name="Thompson, Ryan G" userId="S::thompsrg01@buffalostate.edu::7952b2d2-9ba3-426d-857f-a9813517702c" providerId="AD" clId="Web-{5FEFB023-A810-DCAC-D5DE-7F4098802F05}" dt="2024-05-01T20:17:52.250" v="3972" actId="1076"/>
          <ac:spMkLst>
            <pc:docMk/>
            <pc:sldMk cId="798865949" sldId="269"/>
            <ac:spMk id="2" creationId="{C5AE1CE2-FA56-2CB8-1801-40B8F698508C}"/>
          </ac:spMkLst>
        </pc:spChg>
        <pc:spChg chg="mod">
          <ac:chgData name="Thompson, Ryan G" userId="S::thompsrg01@buffalostate.edu::7952b2d2-9ba3-426d-857f-a9813517702c" providerId="AD" clId="Web-{5FEFB023-A810-DCAC-D5DE-7F4098802F05}" dt="2024-05-01T20:44:34.008" v="4238" actId="20577"/>
          <ac:spMkLst>
            <pc:docMk/>
            <pc:sldMk cId="798865949" sldId="269"/>
            <ac:spMk id="3" creationId="{7C5DC5F7-C21B-62B9-9548-9DDACD04DB43}"/>
          </ac:spMkLst>
        </pc:spChg>
        <pc:spChg chg="add mod">
          <ac:chgData name="Thompson, Ryan G" userId="S::thompsrg01@buffalostate.edu::7952b2d2-9ba3-426d-857f-a9813517702c" providerId="AD" clId="Web-{5FEFB023-A810-DCAC-D5DE-7F4098802F05}" dt="2024-05-01T20:44:36.679" v="4239" actId="20577"/>
          <ac:spMkLst>
            <pc:docMk/>
            <pc:sldMk cId="798865949" sldId="269"/>
            <ac:spMk id="5" creationId="{8E94E604-18E3-D779-2037-DBF449984AFC}"/>
          </ac:spMkLst>
        </pc:spChg>
        <pc:spChg chg="add mod">
          <ac:chgData name="Thompson, Ryan G" userId="S::thompsrg01@buffalostate.edu::7952b2d2-9ba3-426d-857f-a9813517702c" providerId="AD" clId="Web-{5FEFB023-A810-DCAC-D5DE-7F4098802F05}" dt="2024-05-01T20:44:40.727" v="4240" actId="20577"/>
          <ac:spMkLst>
            <pc:docMk/>
            <pc:sldMk cId="798865949" sldId="269"/>
            <ac:spMk id="6" creationId="{A484E07B-31F2-8BF2-8DFA-A4216E0A7A4F}"/>
          </ac:spMkLst>
        </pc:spChg>
        <pc:spChg chg="add">
          <ac:chgData name="Thompson, Ryan G" userId="S::thompsrg01@buffalostate.edu::7952b2d2-9ba3-426d-857f-a9813517702c" providerId="AD" clId="Web-{5FEFB023-A810-DCAC-D5DE-7F4098802F05}" dt="2024-05-01T19:56:18.222" v="3902"/>
          <ac:spMkLst>
            <pc:docMk/>
            <pc:sldMk cId="798865949" sldId="269"/>
            <ac:spMk id="11" creationId="{BACC6370-2D7E-4714-9D71-7542949D7D5D}"/>
          </ac:spMkLst>
        </pc:spChg>
        <pc:spChg chg="add">
          <ac:chgData name="Thompson, Ryan G" userId="S::thompsrg01@buffalostate.edu::7952b2d2-9ba3-426d-857f-a9813517702c" providerId="AD" clId="Web-{5FEFB023-A810-DCAC-D5DE-7F4098802F05}" dt="2024-05-01T19:56:18.222" v="3902"/>
          <ac:spMkLst>
            <pc:docMk/>
            <pc:sldMk cId="798865949" sldId="269"/>
            <ac:spMk id="13" creationId="{256B2C21-A230-48C0-8DF1-C46611373C44}"/>
          </ac:spMkLst>
        </pc:spChg>
        <pc:spChg chg="add">
          <ac:chgData name="Thompson, Ryan G" userId="S::thompsrg01@buffalostate.edu::7952b2d2-9ba3-426d-857f-a9813517702c" providerId="AD" clId="Web-{5FEFB023-A810-DCAC-D5DE-7F4098802F05}" dt="2024-05-01T19:56:18.222" v="3902"/>
          <ac:spMkLst>
            <pc:docMk/>
            <pc:sldMk cId="798865949" sldId="269"/>
            <ac:spMk id="15" creationId="{3847E18C-932D-4C95-AABA-FEC7C9499AD7}"/>
          </ac:spMkLst>
        </pc:spChg>
        <pc:spChg chg="add">
          <ac:chgData name="Thompson, Ryan G" userId="S::thompsrg01@buffalostate.edu::7952b2d2-9ba3-426d-857f-a9813517702c" providerId="AD" clId="Web-{5FEFB023-A810-DCAC-D5DE-7F4098802F05}" dt="2024-05-01T19:56:18.222" v="3902"/>
          <ac:spMkLst>
            <pc:docMk/>
            <pc:sldMk cId="798865949" sldId="269"/>
            <ac:spMk id="17" creationId="{3150CB11-0C61-439E-910F-5787759E72A0}"/>
          </ac:spMkLst>
        </pc:spChg>
        <pc:spChg chg="add">
          <ac:chgData name="Thompson, Ryan G" userId="S::thompsrg01@buffalostate.edu::7952b2d2-9ba3-426d-857f-a9813517702c" providerId="AD" clId="Web-{5FEFB023-A810-DCAC-D5DE-7F4098802F05}" dt="2024-05-01T19:56:18.222" v="3902"/>
          <ac:spMkLst>
            <pc:docMk/>
            <pc:sldMk cId="798865949" sldId="269"/>
            <ac:spMk id="19" creationId="{43F8A58B-5155-44CE-A5FF-7647B47D0A7A}"/>
          </ac:spMkLst>
        </pc:spChg>
        <pc:spChg chg="add">
          <ac:chgData name="Thompson, Ryan G" userId="S::thompsrg01@buffalostate.edu::7952b2d2-9ba3-426d-857f-a9813517702c" providerId="AD" clId="Web-{5FEFB023-A810-DCAC-D5DE-7F4098802F05}" dt="2024-05-01T19:56:18.222" v="3902"/>
          <ac:spMkLst>
            <pc:docMk/>
            <pc:sldMk cId="798865949" sldId="269"/>
            <ac:spMk id="21" creationId="{443F2ACA-E6D6-4028-82DD-F03C262D5DE6}"/>
          </ac:spMkLst>
        </pc:spChg>
      </pc:sldChg>
      <pc:sldChg chg="addSp delSp modSp mod setBg">
        <pc:chgData name="Thompson, Ryan G" userId="S::thompsrg01@buffalostate.edu::7952b2d2-9ba3-426d-857f-a9813517702c" providerId="AD" clId="Web-{5FEFB023-A810-DCAC-D5DE-7F4098802F05}" dt="2024-05-01T21:39:56.868" v="5135" actId="14100"/>
        <pc:sldMkLst>
          <pc:docMk/>
          <pc:sldMk cId="504265764" sldId="270"/>
        </pc:sldMkLst>
        <pc:spChg chg="mod">
          <ac:chgData name="Thompson, Ryan G" userId="S::thompsrg01@buffalostate.edu::7952b2d2-9ba3-426d-857f-a9813517702c" providerId="AD" clId="Web-{5FEFB023-A810-DCAC-D5DE-7F4098802F05}" dt="2024-05-01T21:39:56.868" v="5135" actId="14100"/>
          <ac:spMkLst>
            <pc:docMk/>
            <pc:sldMk cId="504265764" sldId="270"/>
            <ac:spMk id="2" creationId="{25ABD7E0-87F6-298E-787D-D8762E4CDD27}"/>
          </ac:spMkLst>
        </pc:spChg>
        <pc:spChg chg="del mod">
          <ac:chgData name="Thompson, Ryan G" userId="S::thompsrg01@buffalostate.edu::7952b2d2-9ba3-426d-857f-a9813517702c" providerId="AD" clId="Web-{5FEFB023-A810-DCAC-D5DE-7F4098802F05}" dt="2024-05-01T20:20:22.005" v="3977"/>
          <ac:spMkLst>
            <pc:docMk/>
            <pc:sldMk cId="504265764" sldId="270"/>
            <ac:spMk id="3" creationId="{B3AF0D34-9931-D8A1-9643-D08E705F43B6}"/>
          </ac:spMkLst>
        </pc:spChg>
        <pc:spChg chg="add del">
          <ac:chgData name="Thompson, Ryan G" userId="S::thompsrg01@buffalostate.edu::7952b2d2-9ba3-426d-857f-a9813517702c" providerId="AD" clId="Web-{5FEFB023-A810-DCAC-D5DE-7F4098802F05}" dt="2024-05-01T20:20:52.069" v="3979"/>
          <ac:spMkLst>
            <pc:docMk/>
            <pc:sldMk cId="504265764" sldId="270"/>
            <ac:spMk id="4" creationId="{1005D454-AB59-BC3D-CE78-FBE390016587}"/>
          </ac:spMkLst>
        </pc:spChg>
        <pc:spChg chg="add mod">
          <ac:chgData name="Thompson, Ryan G" userId="S::thompsrg01@buffalostate.edu::7952b2d2-9ba3-426d-857f-a9813517702c" providerId="AD" clId="Web-{5FEFB023-A810-DCAC-D5DE-7F4098802F05}" dt="2024-05-01T20:49:31.705" v="4369" actId="14100"/>
          <ac:spMkLst>
            <pc:docMk/>
            <pc:sldMk cId="504265764" sldId="270"/>
            <ac:spMk id="5" creationId="{4482F964-24C9-3DE2-E030-3D2FEDB3F1F1}"/>
          </ac:spMkLst>
        </pc:spChg>
        <pc:spChg chg="add mod">
          <ac:chgData name="Thompson, Ryan G" userId="S::thompsrg01@buffalostate.edu::7952b2d2-9ba3-426d-857f-a9813517702c" providerId="AD" clId="Web-{5FEFB023-A810-DCAC-D5DE-7F4098802F05}" dt="2024-05-01T20:53:25.556" v="4412" actId="1076"/>
          <ac:spMkLst>
            <pc:docMk/>
            <pc:sldMk cId="504265764" sldId="270"/>
            <ac:spMk id="6" creationId="{F5B7A80D-7D54-4DEC-BF80-75009078EEA5}"/>
          </ac:spMkLst>
        </pc:spChg>
        <pc:spChg chg="add mod">
          <ac:chgData name="Thompson, Ryan G" userId="S::thompsrg01@buffalostate.edu::7952b2d2-9ba3-426d-857f-a9813517702c" providerId="AD" clId="Web-{5FEFB023-A810-DCAC-D5DE-7F4098802F05}" dt="2024-05-01T20:52:30.742" v="4411" actId="20577"/>
          <ac:spMkLst>
            <pc:docMk/>
            <pc:sldMk cId="504265764" sldId="270"/>
            <ac:spMk id="7" creationId="{A47747A4-1BD1-E9A2-61B6-F93A17CCA225}"/>
          </ac:spMkLst>
        </pc:spChg>
        <pc:spChg chg="add del">
          <ac:chgData name="Thompson, Ryan G" userId="S::thompsrg01@buffalostate.edu::7952b2d2-9ba3-426d-857f-a9813517702c" providerId="AD" clId="Web-{5FEFB023-A810-DCAC-D5DE-7F4098802F05}" dt="2024-05-01T20:19:20.300" v="3976"/>
          <ac:spMkLst>
            <pc:docMk/>
            <pc:sldMk cId="504265764" sldId="270"/>
            <ac:spMk id="8" creationId="{09588DA8-065E-4F6F-8EFD-43104AB2E0CF}"/>
          </ac:spMkLst>
        </pc:spChg>
        <pc:spChg chg="add del">
          <ac:chgData name="Thompson, Ryan G" userId="S::thompsrg01@buffalostate.edu::7952b2d2-9ba3-426d-857f-a9813517702c" providerId="AD" clId="Web-{5FEFB023-A810-DCAC-D5DE-7F4098802F05}" dt="2024-05-01T20:19:20.300" v="3976"/>
          <ac:spMkLst>
            <pc:docMk/>
            <pc:sldMk cId="504265764" sldId="270"/>
            <ac:spMk id="10" creationId="{C4285719-470E-454C-AF62-8323075F1F5B}"/>
          </ac:spMkLst>
        </pc:spChg>
        <pc:spChg chg="add del">
          <ac:chgData name="Thompson, Ryan G" userId="S::thompsrg01@buffalostate.edu::7952b2d2-9ba3-426d-857f-a9813517702c" providerId="AD" clId="Web-{5FEFB023-A810-DCAC-D5DE-7F4098802F05}" dt="2024-05-01T20:19:20.300" v="3976"/>
          <ac:spMkLst>
            <pc:docMk/>
            <pc:sldMk cId="504265764" sldId="270"/>
            <ac:spMk id="12" creationId="{CD9FE4EF-C4D8-49A0-B2FF-81D8DB7D8A24}"/>
          </ac:spMkLst>
        </pc:spChg>
        <pc:spChg chg="add del">
          <ac:chgData name="Thompson, Ryan G" userId="S::thompsrg01@buffalostate.edu::7952b2d2-9ba3-426d-857f-a9813517702c" providerId="AD" clId="Web-{5FEFB023-A810-DCAC-D5DE-7F4098802F05}" dt="2024-05-01T20:19:20.300" v="3976"/>
          <ac:spMkLst>
            <pc:docMk/>
            <pc:sldMk cId="504265764" sldId="270"/>
            <ac:spMk id="14" creationId="{4300840D-0A0B-4512-BACA-B439D5B9C57C}"/>
          </ac:spMkLst>
        </pc:spChg>
        <pc:spChg chg="add del">
          <ac:chgData name="Thompson, Ryan G" userId="S::thompsrg01@buffalostate.edu::7952b2d2-9ba3-426d-857f-a9813517702c" providerId="AD" clId="Web-{5FEFB023-A810-DCAC-D5DE-7F4098802F05}" dt="2024-05-01T20:19:20.300" v="3976"/>
          <ac:spMkLst>
            <pc:docMk/>
            <pc:sldMk cId="504265764" sldId="270"/>
            <ac:spMk id="16" creationId="{D2B78728-A580-49A7-84F9-6EF6F583ADE0}"/>
          </ac:spMkLst>
        </pc:spChg>
        <pc:spChg chg="add del">
          <ac:chgData name="Thompson, Ryan G" userId="S::thompsrg01@buffalostate.edu::7952b2d2-9ba3-426d-857f-a9813517702c" providerId="AD" clId="Web-{5FEFB023-A810-DCAC-D5DE-7F4098802F05}" dt="2024-05-01T20:19:20.300" v="3976"/>
          <ac:spMkLst>
            <pc:docMk/>
            <pc:sldMk cId="504265764" sldId="270"/>
            <ac:spMk id="18" creationId="{38FAA1A1-D861-433F-88FA-1E9D6FD31D11}"/>
          </ac:spMkLst>
        </pc:spChg>
        <pc:spChg chg="add del">
          <ac:chgData name="Thompson, Ryan G" userId="S::thompsrg01@buffalostate.edu::7952b2d2-9ba3-426d-857f-a9813517702c" providerId="AD" clId="Web-{5FEFB023-A810-DCAC-D5DE-7F4098802F05}" dt="2024-05-01T20:19:20.300" v="3976"/>
          <ac:spMkLst>
            <pc:docMk/>
            <pc:sldMk cId="504265764" sldId="270"/>
            <ac:spMk id="20" creationId="{8D71EDA1-87BF-4D5D-AB79-F346FD19278A}"/>
          </ac:spMkLst>
        </pc:spChg>
        <pc:spChg chg="add del">
          <ac:chgData name="Thompson, Ryan G" userId="S::thompsrg01@buffalostate.edu::7952b2d2-9ba3-426d-857f-a9813517702c" providerId="AD" clId="Web-{5FEFB023-A810-DCAC-D5DE-7F4098802F05}" dt="2024-05-01T20:19:20.285" v="3975"/>
          <ac:spMkLst>
            <pc:docMk/>
            <pc:sldMk cId="504265764" sldId="270"/>
            <ac:spMk id="25" creationId="{DEE2AD96-B495-4E06-9291-B71706F728CB}"/>
          </ac:spMkLst>
        </pc:spChg>
        <pc:spChg chg="add del">
          <ac:chgData name="Thompson, Ryan G" userId="S::thompsrg01@buffalostate.edu::7952b2d2-9ba3-426d-857f-a9813517702c" providerId="AD" clId="Web-{5FEFB023-A810-DCAC-D5DE-7F4098802F05}" dt="2024-05-01T20:19:20.285" v="3975"/>
          <ac:spMkLst>
            <pc:docMk/>
            <pc:sldMk cId="504265764" sldId="270"/>
            <ac:spMk id="27" creationId="{53CF6D67-C5A8-4ADD-9E8E-1E38CA1D3166}"/>
          </ac:spMkLst>
        </pc:spChg>
        <pc:spChg chg="add del">
          <ac:chgData name="Thompson, Ryan G" userId="S::thompsrg01@buffalostate.edu::7952b2d2-9ba3-426d-857f-a9813517702c" providerId="AD" clId="Web-{5FEFB023-A810-DCAC-D5DE-7F4098802F05}" dt="2024-05-01T20:19:20.285" v="3975"/>
          <ac:spMkLst>
            <pc:docMk/>
            <pc:sldMk cId="504265764" sldId="270"/>
            <ac:spMk id="29" creationId="{86909FA0-B515-4681-B7A8-FA281D133B94}"/>
          </ac:spMkLst>
        </pc:spChg>
        <pc:spChg chg="add del">
          <ac:chgData name="Thompson, Ryan G" userId="S::thompsrg01@buffalostate.edu::7952b2d2-9ba3-426d-857f-a9813517702c" providerId="AD" clId="Web-{5FEFB023-A810-DCAC-D5DE-7F4098802F05}" dt="2024-05-01T20:19:20.285" v="3975"/>
          <ac:spMkLst>
            <pc:docMk/>
            <pc:sldMk cId="504265764" sldId="270"/>
            <ac:spMk id="31" creationId="{21C9FE86-FCC3-4A31-AA1C-C882262B7FE7}"/>
          </ac:spMkLst>
        </pc:spChg>
        <pc:spChg chg="add del">
          <ac:chgData name="Thompson, Ryan G" userId="S::thompsrg01@buffalostate.edu::7952b2d2-9ba3-426d-857f-a9813517702c" providerId="AD" clId="Web-{5FEFB023-A810-DCAC-D5DE-7F4098802F05}" dt="2024-05-01T20:19:20.285" v="3975"/>
          <ac:spMkLst>
            <pc:docMk/>
            <pc:sldMk cId="504265764" sldId="270"/>
            <ac:spMk id="33" creationId="{7D96243B-ECED-4B71-8E06-AE9A285EAD20}"/>
          </ac:spMkLst>
        </pc:spChg>
        <pc:spChg chg="add del">
          <ac:chgData name="Thompson, Ryan G" userId="S::thompsrg01@buffalostate.edu::7952b2d2-9ba3-426d-857f-a9813517702c" providerId="AD" clId="Web-{5FEFB023-A810-DCAC-D5DE-7F4098802F05}" dt="2024-05-01T20:19:20.285" v="3975"/>
          <ac:spMkLst>
            <pc:docMk/>
            <pc:sldMk cId="504265764" sldId="270"/>
            <ac:spMk id="35" creationId="{A09989E4-EFDC-4A90-A633-E0525FB4139E}"/>
          </ac:spMkLst>
        </pc:spChg>
        <pc:spChg chg="add">
          <ac:chgData name="Thompson, Ryan G" userId="S::thompsrg01@buffalostate.edu::7952b2d2-9ba3-426d-857f-a9813517702c" providerId="AD" clId="Web-{5FEFB023-A810-DCAC-D5DE-7F4098802F05}" dt="2024-05-01T20:19:20.300" v="3976"/>
          <ac:spMkLst>
            <pc:docMk/>
            <pc:sldMk cId="504265764" sldId="270"/>
            <ac:spMk id="37" creationId="{8D71EDA1-87BF-4D5D-AB79-F346FD19278A}"/>
          </ac:spMkLst>
        </pc:spChg>
        <pc:spChg chg="add">
          <ac:chgData name="Thompson, Ryan G" userId="S::thompsrg01@buffalostate.edu::7952b2d2-9ba3-426d-857f-a9813517702c" providerId="AD" clId="Web-{5FEFB023-A810-DCAC-D5DE-7F4098802F05}" dt="2024-05-01T20:19:20.300" v="3976"/>
          <ac:spMkLst>
            <pc:docMk/>
            <pc:sldMk cId="504265764" sldId="270"/>
            <ac:spMk id="38" creationId="{09588DA8-065E-4F6F-8EFD-43104AB2E0CF}"/>
          </ac:spMkLst>
        </pc:spChg>
        <pc:spChg chg="add">
          <ac:chgData name="Thompson, Ryan G" userId="S::thompsrg01@buffalostate.edu::7952b2d2-9ba3-426d-857f-a9813517702c" providerId="AD" clId="Web-{5FEFB023-A810-DCAC-D5DE-7F4098802F05}" dt="2024-05-01T20:19:20.300" v="3976"/>
          <ac:spMkLst>
            <pc:docMk/>
            <pc:sldMk cId="504265764" sldId="270"/>
            <ac:spMk id="39" creationId="{C4285719-470E-454C-AF62-8323075F1F5B}"/>
          </ac:spMkLst>
        </pc:spChg>
        <pc:spChg chg="add">
          <ac:chgData name="Thompson, Ryan G" userId="S::thompsrg01@buffalostate.edu::7952b2d2-9ba3-426d-857f-a9813517702c" providerId="AD" clId="Web-{5FEFB023-A810-DCAC-D5DE-7F4098802F05}" dt="2024-05-01T20:19:20.300" v="3976"/>
          <ac:spMkLst>
            <pc:docMk/>
            <pc:sldMk cId="504265764" sldId="270"/>
            <ac:spMk id="40" creationId="{CD9FE4EF-C4D8-49A0-B2FF-81D8DB7D8A24}"/>
          </ac:spMkLst>
        </pc:spChg>
        <pc:spChg chg="add">
          <ac:chgData name="Thompson, Ryan G" userId="S::thompsrg01@buffalostate.edu::7952b2d2-9ba3-426d-857f-a9813517702c" providerId="AD" clId="Web-{5FEFB023-A810-DCAC-D5DE-7F4098802F05}" dt="2024-05-01T20:19:20.300" v="3976"/>
          <ac:spMkLst>
            <pc:docMk/>
            <pc:sldMk cId="504265764" sldId="270"/>
            <ac:spMk id="41" creationId="{4300840D-0A0B-4512-BACA-B439D5B9C57C}"/>
          </ac:spMkLst>
        </pc:spChg>
        <pc:spChg chg="add">
          <ac:chgData name="Thompson, Ryan G" userId="S::thompsrg01@buffalostate.edu::7952b2d2-9ba3-426d-857f-a9813517702c" providerId="AD" clId="Web-{5FEFB023-A810-DCAC-D5DE-7F4098802F05}" dt="2024-05-01T20:19:20.300" v="3976"/>
          <ac:spMkLst>
            <pc:docMk/>
            <pc:sldMk cId="504265764" sldId="270"/>
            <ac:spMk id="42" creationId="{D2B78728-A580-49A7-84F9-6EF6F583ADE0}"/>
          </ac:spMkLst>
        </pc:spChg>
        <pc:spChg chg="add">
          <ac:chgData name="Thompson, Ryan G" userId="S::thompsrg01@buffalostate.edu::7952b2d2-9ba3-426d-857f-a9813517702c" providerId="AD" clId="Web-{5FEFB023-A810-DCAC-D5DE-7F4098802F05}" dt="2024-05-01T20:19:20.300" v="3976"/>
          <ac:spMkLst>
            <pc:docMk/>
            <pc:sldMk cId="504265764" sldId="270"/>
            <ac:spMk id="43" creationId="{38FAA1A1-D861-433F-88FA-1E9D6FD31D11}"/>
          </ac:spMkLst>
        </pc:spChg>
      </pc:sldChg>
      <pc:sldChg chg="addSp delSp modSp">
        <pc:chgData name="Thompson, Ryan G" userId="S::thompsrg01@buffalostate.edu::7952b2d2-9ba3-426d-857f-a9813517702c" providerId="AD" clId="Web-{5FEFB023-A810-DCAC-D5DE-7F4098802F05}" dt="2024-05-01T22:15:16.687" v="5522"/>
        <pc:sldMkLst>
          <pc:docMk/>
          <pc:sldMk cId="3017323349" sldId="271"/>
        </pc:sldMkLst>
        <pc:spChg chg="mod">
          <ac:chgData name="Thompson, Ryan G" userId="S::thompsrg01@buffalostate.edu::7952b2d2-9ba3-426d-857f-a9813517702c" providerId="AD" clId="Web-{5FEFB023-A810-DCAC-D5DE-7F4098802F05}" dt="2024-05-01T19:02:04.423" v="2369" actId="20577"/>
          <ac:spMkLst>
            <pc:docMk/>
            <pc:sldMk cId="3017323349" sldId="271"/>
            <ac:spMk id="2" creationId="{CF44F2E0-5A1F-7DC6-0E45-9375DAD1E0DE}"/>
          </ac:spMkLst>
        </pc:spChg>
        <pc:spChg chg="del">
          <ac:chgData name="Thompson, Ryan G" userId="S::thompsrg01@buffalostate.edu::7952b2d2-9ba3-426d-857f-a9813517702c" providerId="AD" clId="Web-{5FEFB023-A810-DCAC-D5DE-7F4098802F05}" dt="2024-05-01T18:52:49.686" v="864"/>
          <ac:spMkLst>
            <pc:docMk/>
            <pc:sldMk cId="3017323349" sldId="271"/>
            <ac:spMk id="42" creationId="{BACC6370-2D7E-4714-9D71-7542949D7D5D}"/>
          </ac:spMkLst>
        </pc:spChg>
        <pc:spChg chg="add del">
          <ac:chgData name="Thompson, Ryan G" userId="S::thompsrg01@buffalostate.edu::7952b2d2-9ba3-426d-857f-a9813517702c" providerId="AD" clId="Web-{5FEFB023-A810-DCAC-D5DE-7F4098802F05}" dt="2024-05-01T18:56:09.114" v="1006"/>
          <ac:spMkLst>
            <pc:docMk/>
            <pc:sldMk cId="3017323349" sldId="271"/>
            <ac:spMk id="43" creationId="{256B2C21-A230-48C0-8DF1-C46611373C44}"/>
          </ac:spMkLst>
        </pc:spChg>
        <pc:spChg chg="add del">
          <ac:chgData name="Thompson, Ryan G" userId="S::thompsrg01@buffalostate.edu::7952b2d2-9ba3-426d-857f-a9813517702c" providerId="AD" clId="Web-{5FEFB023-A810-DCAC-D5DE-7F4098802F05}" dt="2024-05-01T18:56:09.114" v="1006"/>
          <ac:spMkLst>
            <pc:docMk/>
            <pc:sldMk cId="3017323349" sldId="271"/>
            <ac:spMk id="44" creationId="{3847E18C-932D-4C95-AABA-FEC7C9499AD7}"/>
          </ac:spMkLst>
        </pc:spChg>
        <pc:spChg chg="add del">
          <ac:chgData name="Thompson, Ryan G" userId="S::thompsrg01@buffalostate.edu::7952b2d2-9ba3-426d-857f-a9813517702c" providerId="AD" clId="Web-{5FEFB023-A810-DCAC-D5DE-7F4098802F05}" dt="2024-05-01T18:56:09.114" v="1006"/>
          <ac:spMkLst>
            <pc:docMk/>
            <pc:sldMk cId="3017323349" sldId="271"/>
            <ac:spMk id="45" creationId="{3150CB11-0C61-439E-910F-5787759E72A0}"/>
          </ac:spMkLst>
        </pc:spChg>
        <pc:spChg chg="add del">
          <ac:chgData name="Thompson, Ryan G" userId="S::thompsrg01@buffalostate.edu::7952b2d2-9ba3-426d-857f-a9813517702c" providerId="AD" clId="Web-{5FEFB023-A810-DCAC-D5DE-7F4098802F05}" dt="2024-05-01T18:56:09.114" v="1006"/>
          <ac:spMkLst>
            <pc:docMk/>
            <pc:sldMk cId="3017323349" sldId="271"/>
            <ac:spMk id="46" creationId="{43F8A58B-5155-44CE-A5FF-7647B47D0A7A}"/>
          </ac:spMkLst>
        </pc:spChg>
        <pc:spChg chg="add del">
          <ac:chgData name="Thompson, Ryan G" userId="S::thompsrg01@buffalostate.edu::7952b2d2-9ba3-426d-857f-a9813517702c" providerId="AD" clId="Web-{5FEFB023-A810-DCAC-D5DE-7F4098802F05}" dt="2024-05-01T18:56:09.114" v="1006"/>
          <ac:spMkLst>
            <pc:docMk/>
            <pc:sldMk cId="3017323349" sldId="271"/>
            <ac:spMk id="47" creationId="{443F2ACA-E6D6-4028-82DD-F03C262D5DE6}"/>
          </ac:spMkLst>
        </pc:spChg>
        <pc:spChg chg="add del">
          <ac:chgData name="Thompson, Ryan G" userId="S::thompsrg01@buffalostate.edu::7952b2d2-9ba3-426d-857f-a9813517702c" providerId="AD" clId="Web-{5FEFB023-A810-DCAC-D5DE-7F4098802F05}" dt="2024-05-01T18:56:04.724" v="1003"/>
          <ac:spMkLst>
            <pc:docMk/>
            <pc:sldMk cId="3017323349" sldId="271"/>
            <ac:spMk id="52" creationId="{A4E37431-20F0-4DD6-84A9-ED2B644943A2}"/>
          </ac:spMkLst>
        </pc:spChg>
        <pc:spChg chg="add del">
          <ac:chgData name="Thompson, Ryan G" userId="S::thompsrg01@buffalostate.edu::7952b2d2-9ba3-426d-857f-a9813517702c" providerId="AD" clId="Web-{5FEFB023-A810-DCAC-D5DE-7F4098802F05}" dt="2024-05-01T18:56:04.724" v="1003"/>
          <ac:spMkLst>
            <pc:docMk/>
            <pc:sldMk cId="3017323349" sldId="271"/>
            <ac:spMk id="54" creationId="{0AE98B72-66C6-4AB4-AF0D-BA830DE86393}"/>
          </ac:spMkLst>
        </pc:spChg>
        <pc:spChg chg="add del">
          <ac:chgData name="Thompson, Ryan G" userId="S::thompsrg01@buffalostate.edu::7952b2d2-9ba3-426d-857f-a9813517702c" providerId="AD" clId="Web-{5FEFB023-A810-DCAC-D5DE-7F4098802F05}" dt="2024-05-01T18:56:04.724" v="1003"/>
          <ac:spMkLst>
            <pc:docMk/>
            <pc:sldMk cId="3017323349" sldId="271"/>
            <ac:spMk id="56" creationId="{407EAFC6-733F-403D-BB4D-05A3A28742F1}"/>
          </ac:spMkLst>
        </pc:spChg>
        <pc:spChg chg="add del">
          <ac:chgData name="Thompson, Ryan G" userId="S::thompsrg01@buffalostate.edu::7952b2d2-9ba3-426d-857f-a9813517702c" providerId="AD" clId="Web-{5FEFB023-A810-DCAC-D5DE-7F4098802F05}" dt="2024-05-01T18:56:04.724" v="1003"/>
          <ac:spMkLst>
            <pc:docMk/>
            <pc:sldMk cId="3017323349" sldId="271"/>
            <ac:spMk id="58" creationId="{17A36730-4CB0-4F61-AD11-A44C9765833F}"/>
          </ac:spMkLst>
        </pc:spChg>
        <pc:spChg chg="add del">
          <ac:chgData name="Thompson, Ryan G" userId="S::thompsrg01@buffalostate.edu::7952b2d2-9ba3-426d-857f-a9813517702c" providerId="AD" clId="Web-{5FEFB023-A810-DCAC-D5DE-7F4098802F05}" dt="2024-05-01T18:56:04.724" v="1003"/>
          <ac:spMkLst>
            <pc:docMk/>
            <pc:sldMk cId="3017323349" sldId="271"/>
            <ac:spMk id="60" creationId="{C69C79E1-F916-4929-A4F3-DE763D4BFA57}"/>
          </ac:spMkLst>
        </pc:spChg>
        <pc:spChg chg="add del">
          <ac:chgData name="Thompson, Ryan G" userId="S::thompsrg01@buffalostate.edu::7952b2d2-9ba3-426d-857f-a9813517702c" providerId="AD" clId="Web-{5FEFB023-A810-DCAC-D5DE-7F4098802F05}" dt="2024-05-01T18:56:04.724" v="1003"/>
          <ac:spMkLst>
            <pc:docMk/>
            <pc:sldMk cId="3017323349" sldId="271"/>
            <ac:spMk id="62" creationId="{767334AB-16BD-4EC7-8C6B-4B5171600933}"/>
          </ac:spMkLst>
        </pc:spChg>
        <pc:spChg chg="add del">
          <ac:chgData name="Thompson, Ryan G" userId="S::thompsrg01@buffalostate.edu::7952b2d2-9ba3-426d-857f-a9813517702c" providerId="AD" clId="Web-{5FEFB023-A810-DCAC-D5DE-7F4098802F05}" dt="2024-05-01T18:56:09.083" v="1005"/>
          <ac:spMkLst>
            <pc:docMk/>
            <pc:sldMk cId="3017323349" sldId="271"/>
            <ac:spMk id="64" creationId="{A8384FB5-9ADC-4DDC-881B-597D56F5B15D}"/>
          </ac:spMkLst>
        </pc:spChg>
        <pc:spChg chg="add del">
          <ac:chgData name="Thompson, Ryan G" userId="S::thompsrg01@buffalostate.edu::7952b2d2-9ba3-426d-857f-a9813517702c" providerId="AD" clId="Web-{5FEFB023-A810-DCAC-D5DE-7F4098802F05}" dt="2024-05-01T18:56:09.083" v="1005"/>
          <ac:spMkLst>
            <pc:docMk/>
            <pc:sldMk cId="3017323349" sldId="271"/>
            <ac:spMk id="65" creationId="{91E5A9A7-95C6-4F4F-B00E-C82E07FE62EF}"/>
          </ac:spMkLst>
        </pc:spChg>
        <pc:spChg chg="add del">
          <ac:chgData name="Thompson, Ryan G" userId="S::thompsrg01@buffalostate.edu::7952b2d2-9ba3-426d-857f-a9813517702c" providerId="AD" clId="Web-{5FEFB023-A810-DCAC-D5DE-7F4098802F05}" dt="2024-05-01T18:56:09.083" v="1005"/>
          <ac:spMkLst>
            <pc:docMk/>
            <pc:sldMk cId="3017323349" sldId="271"/>
            <ac:spMk id="66" creationId="{D07DD2DE-F619-49DD-B5E7-03A290FF4ED1}"/>
          </ac:spMkLst>
        </pc:spChg>
        <pc:spChg chg="add del">
          <ac:chgData name="Thompson, Ryan G" userId="S::thompsrg01@buffalostate.edu::7952b2d2-9ba3-426d-857f-a9813517702c" providerId="AD" clId="Web-{5FEFB023-A810-DCAC-D5DE-7F4098802F05}" dt="2024-05-01T18:56:09.083" v="1005"/>
          <ac:spMkLst>
            <pc:docMk/>
            <pc:sldMk cId="3017323349" sldId="271"/>
            <ac:spMk id="67" creationId="{85149191-5F60-4A28-AAFF-039F96B0F3EC}"/>
          </ac:spMkLst>
        </pc:spChg>
        <pc:spChg chg="add del">
          <ac:chgData name="Thompson, Ryan G" userId="S::thompsrg01@buffalostate.edu::7952b2d2-9ba3-426d-857f-a9813517702c" providerId="AD" clId="Web-{5FEFB023-A810-DCAC-D5DE-7F4098802F05}" dt="2024-05-01T18:56:09.083" v="1005"/>
          <ac:spMkLst>
            <pc:docMk/>
            <pc:sldMk cId="3017323349" sldId="271"/>
            <ac:spMk id="68" creationId="{F8260ED5-17F7-4158-B241-D51DD4CF1B7E}"/>
          </ac:spMkLst>
        </pc:spChg>
        <pc:spChg chg="add">
          <ac:chgData name="Thompson, Ryan G" userId="S::thompsrg01@buffalostate.edu::7952b2d2-9ba3-426d-857f-a9813517702c" providerId="AD" clId="Web-{5FEFB023-A810-DCAC-D5DE-7F4098802F05}" dt="2024-05-01T18:56:09.114" v="1006"/>
          <ac:spMkLst>
            <pc:docMk/>
            <pc:sldMk cId="3017323349" sldId="271"/>
            <ac:spMk id="70" creationId="{A4E37431-20F0-4DD6-84A9-ED2B644943A2}"/>
          </ac:spMkLst>
        </pc:spChg>
        <pc:spChg chg="add">
          <ac:chgData name="Thompson, Ryan G" userId="S::thompsrg01@buffalostate.edu::7952b2d2-9ba3-426d-857f-a9813517702c" providerId="AD" clId="Web-{5FEFB023-A810-DCAC-D5DE-7F4098802F05}" dt="2024-05-01T18:56:09.114" v="1006"/>
          <ac:spMkLst>
            <pc:docMk/>
            <pc:sldMk cId="3017323349" sldId="271"/>
            <ac:spMk id="71" creationId="{0AE98B72-66C6-4AB4-AF0D-BA830DE86393}"/>
          </ac:spMkLst>
        </pc:spChg>
        <pc:spChg chg="add">
          <ac:chgData name="Thompson, Ryan G" userId="S::thompsrg01@buffalostate.edu::7952b2d2-9ba3-426d-857f-a9813517702c" providerId="AD" clId="Web-{5FEFB023-A810-DCAC-D5DE-7F4098802F05}" dt="2024-05-01T18:56:09.114" v="1006"/>
          <ac:spMkLst>
            <pc:docMk/>
            <pc:sldMk cId="3017323349" sldId="271"/>
            <ac:spMk id="72" creationId="{407EAFC6-733F-403D-BB4D-05A3A28742F1}"/>
          </ac:spMkLst>
        </pc:spChg>
        <pc:spChg chg="add">
          <ac:chgData name="Thompson, Ryan G" userId="S::thompsrg01@buffalostate.edu::7952b2d2-9ba3-426d-857f-a9813517702c" providerId="AD" clId="Web-{5FEFB023-A810-DCAC-D5DE-7F4098802F05}" dt="2024-05-01T18:56:09.114" v="1006"/>
          <ac:spMkLst>
            <pc:docMk/>
            <pc:sldMk cId="3017323349" sldId="271"/>
            <ac:spMk id="73" creationId="{17A36730-4CB0-4F61-AD11-A44C9765833F}"/>
          </ac:spMkLst>
        </pc:spChg>
        <pc:spChg chg="add">
          <ac:chgData name="Thompson, Ryan G" userId="S::thompsrg01@buffalostate.edu::7952b2d2-9ba3-426d-857f-a9813517702c" providerId="AD" clId="Web-{5FEFB023-A810-DCAC-D5DE-7F4098802F05}" dt="2024-05-01T18:56:09.114" v="1006"/>
          <ac:spMkLst>
            <pc:docMk/>
            <pc:sldMk cId="3017323349" sldId="271"/>
            <ac:spMk id="74" creationId="{C69C79E1-F916-4929-A4F3-DE763D4BFA57}"/>
          </ac:spMkLst>
        </pc:spChg>
        <pc:spChg chg="add">
          <ac:chgData name="Thompson, Ryan G" userId="S::thompsrg01@buffalostate.edu::7952b2d2-9ba3-426d-857f-a9813517702c" providerId="AD" clId="Web-{5FEFB023-A810-DCAC-D5DE-7F4098802F05}" dt="2024-05-01T18:56:09.114" v="1006"/>
          <ac:spMkLst>
            <pc:docMk/>
            <pc:sldMk cId="3017323349" sldId="271"/>
            <ac:spMk id="75" creationId="{767334AB-16BD-4EC7-8C6B-4B5171600933}"/>
          </ac:spMkLst>
        </pc:spChg>
        <pc:graphicFrameChg chg="del mod modGraphic">
          <ac:chgData name="Thompson, Ryan G" userId="S::thompsrg01@buffalostate.edu::7952b2d2-9ba3-426d-857f-a9813517702c" providerId="AD" clId="Web-{5FEFB023-A810-DCAC-D5DE-7F4098802F05}" dt="2024-05-01T18:52:49.686" v="863"/>
          <ac:graphicFrameMkLst>
            <pc:docMk/>
            <pc:sldMk cId="3017323349" sldId="271"/>
            <ac:graphicFrameMk id="4" creationId="{89449CC2-7390-4622-2AB8-9641DB8AC749}"/>
          </ac:graphicFrameMkLst>
        </pc:graphicFrameChg>
        <pc:graphicFrameChg chg="add mod modGraphic">
          <ac:chgData name="Thompson, Ryan G" userId="S::thompsrg01@buffalostate.edu::7952b2d2-9ba3-426d-857f-a9813517702c" providerId="AD" clId="Web-{5FEFB023-A810-DCAC-D5DE-7F4098802F05}" dt="2024-05-01T22:15:16.687" v="5522"/>
          <ac:graphicFrameMkLst>
            <pc:docMk/>
            <pc:sldMk cId="3017323349" sldId="271"/>
            <ac:graphicFrameMk id="5" creationId="{634B040C-E7F1-59CF-2C63-320AF514BFDA}"/>
          </ac:graphicFrameMkLst>
        </pc:graphicFrameChg>
      </pc:sldChg>
      <pc:sldChg chg="addSp delSp modSp">
        <pc:chgData name="Thompson, Ryan G" userId="S::thompsrg01@buffalostate.edu::7952b2d2-9ba3-426d-857f-a9813517702c" providerId="AD" clId="Web-{5FEFB023-A810-DCAC-D5DE-7F4098802F05}" dt="2024-05-01T22:14:55.749" v="5515"/>
        <pc:sldMkLst>
          <pc:docMk/>
          <pc:sldMk cId="2444123941" sldId="272"/>
        </pc:sldMkLst>
        <pc:spChg chg="mod">
          <ac:chgData name="Thompson, Ryan G" userId="S::thompsrg01@buffalostate.edu::7952b2d2-9ba3-426d-857f-a9813517702c" providerId="AD" clId="Web-{5FEFB023-A810-DCAC-D5DE-7F4098802F05}" dt="2024-05-01T19:01:28.969" v="2364" actId="20577"/>
          <ac:spMkLst>
            <pc:docMk/>
            <pc:sldMk cId="2444123941" sldId="272"/>
            <ac:spMk id="2" creationId="{75A47683-D631-151C-6F95-4E4DDB02F929}"/>
          </ac:spMkLst>
        </pc:spChg>
        <pc:spChg chg="mod">
          <ac:chgData name="Thompson, Ryan G" userId="S::thompsrg01@buffalostate.edu::7952b2d2-9ba3-426d-857f-a9813517702c" providerId="AD" clId="Web-{5FEFB023-A810-DCAC-D5DE-7F4098802F05}" dt="2024-05-01T18:43:21.807" v="525" actId="1076"/>
          <ac:spMkLst>
            <pc:docMk/>
            <pc:sldMk cId="2444123941" sldId="272"/>
            <ac:spMk id="3" creationId="{3AA99717-7BD9-17BA-65E3-242ACA5D1CDC}"/>
          </ac:spMkLst>
        </pc:spChg>
        <pc:spChg chg="mod">
          <ac:chgData name="Thompson, Ryan G" userId="S::thompsrg01@buffalostate.edu::7952b2d2-9ba3-426d-857f-a9813517702c" providerId="AD" clId="Web-{5FEFB023-A810-DCAC-D5DE-7F4098802F05}" dt="2024-05-01T18:43:32.589" v="527" actId="1076"/>
          <ac:spMkLst>
            <pc:docMk/>
            <pc:sldMk cId="2444123941" sldId="272"/>
            <ac:spMk id="4" creationId="{025ECC13-F2A2-E9EA-6EB5-3B8BED755F05}"/>
          </ac:spMkLst>
        </pc:spChg>
        <pc:spChg chg="del">
          <ac:chgData name="Thompson, Ryan G" userId="S::thompsrg01@buffalostate.edu::7952b2d2-9ba3-426d-857f-a9813517702c" providerId="AD" clId="Web-{5FEFB023-A810-DCAC-D5DE-7F4098802F05}" dt="2024-05-01T18:35:37.588" v="60"/>
          <ac:spMkLst>
            <pc:docMk/>
            <pc:sldMk cId="2444123941" sldId="272"/>
            <ac:spMk id="22" creationId="{BACC6370-2D7E-4714-9D71-7542949D7D5D}"/>
          </ac:spMkLst>
        </pc:spChg>
        <pc:graphicFrameChg chg="add del mod modGraphic">
          <ac:chgData name="Thompson, Ryan G" userId="S::thompsrg01@buffalostate.edu::7952b2d2-9ba3-426d-857f-a9813517702c" providerId="AD" clId="Web-{5FEFB023-A810-DCAC-D5DE-7F4098802F05}" dt="2024-05-01T18:40:33.583" v="309"/>
          <ac:graphicFrameMkLst>
            <pc:docMk/>
            <pc:sldMk cId="2444123941" sldId="272"/>
            <ac:graphicFrameMk id="6" creationId="{CA78AD16-2E43-C0F4-9228-C7539A56ED31}"/>
          </ac:graphicFrameMkLst>
        </pc:graphicFrameChg>
        <pc:graphicFrameChg chg="del mod modGraphic">
          <ac:chgData name="Thompson, Ryan G" userId="S::thompsrg01@buffalostate.edu::7952b2d2-9ba3-426d-857f-a9813517702c" providerId="AD" clId="Web-{5FEFB023-A810-DCAC-D5DE-7F4098802F05}" dt="2024-05-01T18:35:37.588" v="59"/>
          <ac:graphicFrameMkLst>
            <pc:docMk/>
            <pc:sldMk cId="2444123941" sldId="272"/>
            <ac:graphicFrameMk id="7" creationId="{8EBCC6DE-5734-CF61-B9A8-83E8A93368F5}"/>
          </ac:graphicFrameMkLst>
        </pc:graphicFrameChg>
        <pc:graphicFrameChg chg="del mod modGraphic">
          <ac:chgData name="Thompson, Ryan G" userId="S::thompsrg01@buffalostate.edu::7952b2d2-9ba3-426d-857f-a9813517702c" providerId="AD" clId="Web-{5FEFB023-A810-DCAC-D5DE-7F4098802F05}" dt="2024-05-01T18:42:02.758" v="417"/>
          <ac:graphicFrameMkLst>
            <pc:docMk/>
            <pc:sldMk cId="2444123941" sldId="272"/>
            <ac:graphicFrameMk id="9" creationId="{819FD414-77DC-70C1-D89C-617452E7D6C2}"/>
          </ac:graphicFrameMkLst>
        </pc:graphicFrameChg>
        <pc:graphicFrameChg chg="add mod modGraphic">
          <ac:chgData name="Thompson, Ryan G" userId="S::thompsrg01@buffalostate.edu::7952b2d2-9ba3-426d-857f-a9813517702c" providerId="AD" clId="Web-{5FEFB023-A810-DCAC-D5DE-7F4098802F05}" dt="2024-05-01T22:14:55.749" v="5515"/>
          <ac:graphicFrameMkLst>
            <pc:docMk/>
            <pc:sldMk cId="2444123941" sldId="272"/>
            <ac:graphicFrameMk id="10" creationId="{3BB5F829-4343-848E-AB12-7574E84BC49B}"/>
          </ac:graphicFrameMkLst>
        </pc:graphicFrameChg>
        <pc:graphicFrameChg chg="add mod modGraphic">
          <ac:chgData name="Thompson, Ryan G" userId="S::thompsrg01@buffalostate.edu::7952b2d2-9ba3-426d-857f-a9813517702c" providerId="AD" clId="Web-{5FEFB023-A810-DCAC-D5DE-7F4098802F05}" dt="2024-05-01T22:14:50.280" v="5513"/>
          <ac:graphicFrameMkLst>
            <pc:docMk/>
            <pc:sldMk cId="2444123941" sldId="272"/>
            <ac:graphicFrameMk id="12" creationId="{34E261B6-659D-6B6A-8A92-36FD65F1862F}"/>
          </ac:graphicFrameMkLst>
        </pc:graphicFrameChg>
      </pc:sldChg>
      <pc:sldChg chg="addSp delSp modSp">
        <pc:chgData name="Thompson, Ryan G" userId="S::thompsrg01@buffalostate.edu::7952b2d2-9ba3-426d-857f-a9813517702c" providerId="AD" clId="Web-{5FEFB023-A810-DCAC-D5DE-7F4098802F05}" dt="2024-05-01T22:15:03.015" v="5518"/>
        <pc:sldMkLst>
          <pc:docMk/>
          <pc:sldMk cId="2491895986" sldId="273"/>
        </pc:sldMkLst>
        <pc:spChg chg="mod">
          <ac:chgData name="Thompson, Ryan G" userId="S::thompsrg01@buffalostate.edu::7952b2d2-9ba3-426d-857f-a9813517702c" providerId="AD" clId="Web-{5FEFB023-A810-DCAC-D5DE-7F4098802F05}" dt="2024-05-01T19:01:48.454" v="2367" actId="20577"/>
          <ac:spMkLst>
            <pc:docMk/>
            <pc:sldMk cId="2491895986" sldId="273"/>
            <ac:spMk id="2" creationId="{43B60528-4D7C-EE5F-8676-39C663CBD595}"/>
          </ac:spMkLst>
        </pc:spChg>
        <pc:spChg chg="add del mod">
          <ac:chgData name="Thompson, Ryan G" userId="S::thompsrg01@buffalostate.edu::7952b2d2-9ba3-426d-857f-a9813517702c" providerId="AD" clId="Web-{5FEFB023-A810-DCAC-D5DE-7F4098802F05}" dt="2024-05-01T18:46:36.611" v="529"/>
          <ac:spMkLst>
            <pc:docMk/>
            <pc:sldMk cId="2491895986" sldId="273"/>
            <ac:spMk id="4" creationId="{0FAE9E84-0398-E122-ECF5-E05BE6707F80}"/>
          </ac:spMkLst>
        </pc:spChg>
        <pc:spChg chg="add del mod">
          <ac:chgData name="Thompson, Ryan G" userId="S::thompsrg01@buffalostate.edu::7952b2d2-9ba3-426d-857f-a9813517702c" providerId="AD" clId="Web-{5FEFB023-A810-DCAC-D5DE-7F4098802F05}" dt="2024-05-01T18:49:17.913" v="627"/>
          <ac:spMkLst>
            <pc:docMk/>
            <pc:sldMk cId="2491895986" sldId="273"/>
            <ac:spMk id="8" creationId="{3CFCDFBF-E15F-6A1B-1856-7379D2BD2443}"/>
          </ac:spMkLst>
        </pc:spChg>
        <pc:graphicFrameChg chg="add del mod ord modGraphic">
          <ac:chgData name="Thompson, Ryan G" userId="S::thompsrg01@buffalostate.edu::7952b2d2-9ba3-426d-857f-a9813517702c" providerId="AD" clId="Web-{5FEFB023-A810-DCAC-D5DE-7F4098802F05}" dt="2024-05-01T22:15:03.015" v="5518"/>
          <ac:graphicFrameMkLst>
            <pc:docMk/>
            <pc:sldMk cId="2491895986" sldId="273"/>
            <ac:graphicFrameMk id="6" creationId="{7A9B6D7D-26ED-87B0-C105-38D9E6D4F2A5}"/>
          </ac:graphicFrameMkLst>
        </pc:graphicFrameChg>
        <pc:graphicFrameChg chg="add del mod ord modGraphic">
          <ac:chgData name="Thompson, Ryan G" userId="S::thompsrg01@buffalostate.edu::7952b2d2-9ba3-426d-857f-a9813517702c" providerId="AD" clId="Web-{5FEFB023-A810-DCAC-D5DE-7F4098802F05}" dt="2024-05-01T18:49:15.976" v="626"/>
          <ac:graphicFrameMkLst>
            <pc:docMk/>
            <pc:sldMk cId="2491895986" sldId="273"/>
            <ac:graphicFrameMk id="10" creationId="{96846292-9D8C-8764-A37F-BE02283C3957}"/>
          </ac:graphicFrameMkLst>
        </pc:graphicFrameChg>
        <pc:graphicFrameChg chg="del">
          <ac:chgData name="Thompson, Ryan G" userId="S::thompsrg01@buffalostate.edu::7952b2d2-9ba3-426d-857f-a9813517702c" providerId="AD" clId="Web-{5FEFB023-A810-DCAC-D5DE-7F4098802F05}" dt="2024-05-01T18:46:10.016" v="528"/>
          <ac:graphicFrameMkLst>
            <pc:docMk/>
            <pc:sldMk cId="2491895986" sldId="273"/>
            <ac:graphicFrameMk id="19" creationId="{9BED4080-4E62-CBDE-CDFB-5D67873F9F8A}"/>
          </ac:graphicFrameMkLst>
        </pc:graphicFrameChg>
      </pc:sldChg>
      <pc:sldChg chg="delSp modSp new del">
        <pc:chgData name="Thompson, Ryan G" userId="S::thompsrg01@buffalostate.edu::7952b2d2-9ba3-426d-857f-a9813517702c" providerId="AD" clId="Web-{5FEFB023-A810-DCAC-D5DE-7F4098802F05}" dt="2024-05-01T19:30:25.934" v="3668"/>
        <pc:sldMkLst>
          <pc:docMk/>
          <pc:sldMk cId="3172843309" sldId="274"/>
        </pc:sldMkLst>
        <pc:spChg chg="mod">
          <ac:chgData name="Thompson, Ryan G" userId="S::thompsrg01@buffalostate.edu::7952b2d2-9ba3-426d-857f-a9813517702c" providerId="AD" clId="Web-{5FEFB023-A810-DCAC-D5DE-7F4098802F05}" dt="2024-05-01T19:08:27.155" v="3552" actId="20577"/>
          <ac:spMkLst>
            <pc:docMk/>
            <pc:sldMk cId="3172843309" sldId="274"/>
            <ac:spMk id="2" creationId="{011DA53C-C57A-049F-1BF1-C1EC3F160B81}"/>
          </ac:spMkLst>
        </pc:spChg>
        <pc:spChg chg="del">
          <ac:chgData name="Thompson, Ryan G" userId="S::thompsrg01@buffalostate.edu::7952b2d2-9ba3-426d-857f-a9813517702c" providerId="AD" clId="Web-{5FEFB023-A810-DCAC-D5DE-7F4098802F05}" dt="2024-05-01T19:08:35.999" v="3553"/>
          <ac:spMkLst>
            <pc:docMk/>
            <pc:sldMk cId="3172843309" sldId="274"/>
            <ac:spMk id="3" creationId="{791D5123-43B2-5B83-A2C9-38CAFFE8D38A}"/>
          </ac:spMkLst>
        </pc:spChg>
      </pc:sldChg>
      <pc:sldChg chg="addSp modSp new mod setBg">
        <pc:chgData name="Thompson, Ryan G" userId="S::thompsrg01@buffalostate.edu::7952b2d2-9ba3-426d-857f-a9813517702c" providerId="AD" clId="Web-{5FEFB023-A810-DCAC-D5DE-7F4098802F05}" dt="2024-05-01T21:37:06.314" v="5107" actId="20577"/>
        <pc:sldMkLst>
          <pc:docMk/>
          <pc:sldMk cId="1438106243" sldId="275"/>
        </pc:sldMkLst>
        <pc:spChg chg="mod">
          <ac:chgData name="Thompson, Ryan G" userId="S::thompsrg01@buffalostate.edu::7952b2d2-9ba3-426d-857f-a9813517702c" providerId="AD" clId="Web-{5FEFB023-A810-DCAC-D5DE-7F4098802F05}" dt="2024-05-01T21:36:53.564" v="5105" actId="20577"/>
          <ac:spMkLst>
            <pc:docMk/>
            <pc:sldMk cId="1438106243" sldId="275"/>
            <ac:spMk id="2" creationId="{C13E4D93-ECD1-DC91-C87C-8D1620CC38AD}"/>
          </ac:spMkLst>
        </pc:spChg>
        <pc:spChg chg="mod">
          <ac:chgData name="Thompson, Ryan G" userId="S::thompsrg01@buffalostate.edu::7952b2d2-9ba3-426d-857f-a9813517702c" providerId="AD" clId="Web-{5FEFB023-A810-DCAC-D5DE-7F4098802F05}" dt="2024-05-01T21:37:06.314" v="5107" actId="20577"/>
          <ac:spMkLst>
            <pc:docMk/>
            <pc:sldMk cId="1438106243" sldId="275"/>
            <ac:spMk id="3" creationId="{86C3948D-9549-5652-86DB-45264E26D1F5}"/>
          </ac:spMkLst>
        </pc:spChg>
        <pc:spChg chg="add">
          <ac:chgData name="Thompson, Ryan G" userId="S::thompsrg01@buffalostate.edu::7952b2d2-9ba3-426d-857f-a9813517702c" providerId="AD" clId="Web-{5FEFB023-A810-DCAC-D5DE-7F4098802F05}" dt="2024-05-01T21:36:21.954" v="5099"/>
          <ac:spMkLst>
            <pc:docMk/>
            <pc:sldMk cId="1438106243" sldId="275"/>
            <ac:spMk id="8" creationId="{1B15ED52-F352-441B-82BF-E0EA34836D08}"/>
          </ac:spMkLst>
        </pc:spChg>
        <pc:spChg chg="add">
          <ac:chgData name="Thompson, Ryan G" userId="S::thompsrg01@buffalostate.edu::7952b2d2-9ba3-426d-857f-a9813517702c" providerId="AD" clId="Web-{5FEFB023-A810-DCAC-D5DE-7F4098802F05}" dt="2024-05-01T21:36:21.954" v="5099"/>
          <ac:spMkLst>
            <pc:docMk/>
            <pc:sldMk cId="1438106243" sldId="275"/>
            <ac:spMk id="10" creationId="{3B2E3793-BFE6-45A2-9B7B-E18844431C99}"/>
          </ac:spMkLst>
        </pc:spChg>
        <pc:spChg chg="add">
          <ac:chgData name="Thompson, Ryan G" userId="S::thompsrg01@buffalostate.edu::7952b2d2-9ba3-426d-857f-a9813517702c" providerId="AD" clId="Web-{5FEFB023-A810-DCAC-D5DE-7F4098802F05}" dt="2024-05-01T21:36:21.954" v="5099"/>
          <ac:spMkLst>
            <pc:docMk/>
            <pc:sldMk cId="1438106243" sldId="275"/>
            <ac:spMk id="12" creationId="{BC4C4868-CB8F-4AF9-9CDB-8108F2C19B67}"/>
          </ac:spMkLst>
        </pc:spChg>
        <pc:spChg chg="add">
          <ac:chgData name="Thompson, Ryan G" userId="S::thompsrg01@buffalostate.edu::7952b2d2-9ba3-426d-857f-a9813517702c" providerId="AD" clId="Web-{5FEFB023-A810-DCAC-D5DE-7F4098802F05}" dt="2024-05-01T21:36:21.954" v="5099"/>
          <ac:spMkLst>
            <pc:docMk/>
            <pc:sldMk cId="1438106243" sldId="275"/>
            <ac:spMk id="14" creationId="{375E0459-6403-40CD-989D-56A4407CA12E}"/>
          </ac:spMkLst>
        </pc:spChg>
        <pc:spChg chg="add">
          <ac:chgData name="Thompson, Ryan G" userId="S::thompsrg01@buffalostate.edu::7952b2d2-9ba3-426d-857f-a9813517702c" providerId="AD" clId="Web-{5FEFB023-A810-DCAC-D5DE-7F4098802F05}" dt="2024-05-01T21:36:21.954" v="5099"/>
          <ac:spMkLst>
            <pc:docMk/>
            <pc:sldMk cId="1438106243" sldId="275"/>
            <ac:spMk id="16" creationId="{53E5B1A8-3AC9-4BD1-9BBC-78CA94F2D1BA}"/>
          </ac:spMkLst>
        </pc:spChg>
      </pc:sldChg>
      <pc:sldChg chg="new del">
        <pc:chgData name="Thompson, Ryan G" userId="S::thompsrg01@buffalostate.edu::7952b2d2-9ba3-426d-857f-a9813517702c" providerId="AD" clId="Web-{5FEFB023-A810-DCAC-D5DE-7F4098802F05}" dt="2024-05-01T19:30:28.013" v="3669"/>
        <pc:sldMkLst>
          <pc:docMk/>
          <pc:sldMk cId="570808640" sldId="276"/>
        </pc:sldMkLst>
      </pc:sldChg>
      <pc:sldChg chg="addSp delSp modSp new mod ord setBg">
        <pc:chgData name="Thompson, Ryan G" userId="S::thompsrg01@buffalostate.edu::7952b2d2-9ba3-426d-857f-a9813517702c" providerId="AD" clId="Web-{5FEFB023-A810-DCAC-D5DE-7F4098802F05}" dt="2024-05-01T22:02:20.208" v="5423" actId="20577"/>
        <pc:sldMkLst>
          <pc:docMk/>
          <pc:sldMk cId="3438639128" sldId="276"/>
        </pc:sldMkLst>
        <pc:spChg chg="mod">
          <ac:chgData name="Thompson, Ryan G" userId="S::thompsrg01@buffalostate.edu::7952b2d2-9ba3-426d-857f-a9813517702c" providerId="AD" clId="Web-{5FEFB023-A810-DCAC-D5DE-7F4098802F05}" dt="2024-05-01T21:59:08.124" v="5336" actId="20577"/>
          <ac:spMkLst>
            <pc:docMk/>
            <pc:sldMk cId="3438639128" sldId="276"/>
            <ac:spMk id="2" creationId="{81FA7832-3633-0697-D542-1A3A391B9567}"/>
          </ac:spMkLst>
        </pc:spChg>
        <pc:spChg chg="add del mod">
          <ac:chgData name="Thompson, Ryan G" userId="S::thompsrg01@buffalostate.edu::7952b2d2-9ba3-426d-857f-a9813517702c" providerId="AD" clId="Web-{5FEFB023-A810-DCAC-D5DE-7F4098802F05}" dt="2024-05-01T22:02:20.208" v="5423" actId="20577"/>
          <ac:spMkLst>
            <pc:docMk/>
            <pc:sldMk cId="3438639128" sldId="276"/>
            <ac:spMk id="3" creationId="{32CEE335-C725-9C97-27B8-5B7A617A7FA7}"/>
          </ac:spMkLst>
        </pc:spChg>
        <pc:spChg chg="add del mod">
          <ac:chgData name="Thompson, Ryan G" userId="S::thompsrg01@buffalostate.edu::7952b2d2-9ba3-426d-857f-a9813517702c" providerId="AD" clId="Web-{5FEFB023-A810-DCAC-D5DE-7F4098802F05}" dt="2024-05-01T21:54:33.381" v="5278"/>
          <ac:spMkLst>
            <pc:docMk/>
            <pc:sldMk cId="3438639128" sldId="276"/>
            <ac:spMk id="5" creationId="{4F0319B5-9A64-E778-9EBA-BD8769CDDF29}"/>
          </ac:spMkLst>
        </pc:spChg>
        <pc:spChg chg="add del">
          <ac:chgData name="Thompson, Ryan G" userId="S::thompsrg01@buffalostate.edu::7952b2d2-9ba3-426d-857f-a9813517702c" providerId="AD" clId="Web-{5FEFB023-A810-DCAC-D5DE-7F4098802F05}" dt="2024-05-01T21:50:01.137" v="5220"/>
          <ac:spMkLst>
            <pc:docMk/>
            <pc:sldMk cId="3438639128" sldId="276"/>
            <ac:spMk id="8" creationId="{09588DA8-065E-4F6F-8EFD-43104AB2E0CF}"/>
          </ac:spMkLst>
        </pc:spChg>
        <pc:spChg chg="add del">
          <ac:chgData name="Thompson, Ryan G" userId="S::thompsrg01@buffalostate.edu::7952b2d2-9ba3-426d-857f-a9813517702c" providerId="AD" clId="Web-{5FEFB023-A810-DCAC-D5DE-7F4098802F05}" dt="2024-05-01T21:50:01.137" v="5220"/>
          <ac:spMkLst>
            <pc:docMk/>
            <pc:sldMk cId="3438639128" sldId="276"/>
            <ac:spMk id="10" creationId="{C4285719-470E-454C-AF62-8323075F1F5B}"/>
          </ac:spMkLst>
        </pc:spChg>
        <pc:spChg chg="add del">
          <ac:chgData name="Thompson, Ryan G" userId="S::thompsrg01@buffalostate.edu::7952b2d2-9ba3-426d-857f-a9813517702c" providerId="AD" clId="Web-{5FEFB023-A810-DCAC-D5DE-7F4098802F05}" dt="2024-05-01T21:50:01.137" v="5220"/>
          <ac:spMkLst>
            <pc:docMk/>
            <pc:sldMk cId="3438639128" sldId="276"/>
            <ac:spMk id="12" creationId="{CD9FE4EF-C4D8-49A0-B2FF-81D8DB7D8A24}"/>
          </ac:spMkLst>
        </pc:spChg>
        <pc:spChg chg="add del">
          <ac:chgData name="Thompson, Ryan G" userId="S::thompsrg01@buffalostate.edu::7952b2d2-9ba3-426d-857f-a9813517702c" providerId="AD" clId="Web-{5FEFB023-A810-DCAC-D5DE-7F4098802F05}" dt="2024-05-01T21:50:01.137" v="5220"/>
          <ac:spMkLst>
            <pc:docMk/>
            <pc:sldMk cId="3438639128" sldId="276"/>
            <ac:spMk id="14" creationId="{4300840D-0A0B-4512-BACA-B439D5B9C57C}"/>
          </ac:spMkLst>
        </pc:spChg>
        <pc:spChg chg="add del">
          <ac:chgData name="Thompson, Ryan G" userId="S::thompsrg01@buffalostate.edu::7952b2d2-9ba3-426d-857f-a9813517702c" providerId="AD" clId="Web-{5FEFB023-A810-DCAC-D5DE-7F4098802F05}" dt="2024-05-01T21:50:01.137" v="5220"/>
          <ac:spMkLst>
            <pc:docMk/>
            <pc:sldMk cId="3438639128" sldId="276"/>
            <ac:spMk id="16" creationId="{D2B78728-A580-49A7-84F9-6EF6F583ADE0}"/>
          </ac:spMkLst>
        </pc:spChg>
        <pc:spChg chg="add del">
          <ac:chgData name="Thompson, Ryan G" userId="S::thompsrg01@buffalostate.edu::7952b2d2-9ba3-426d-857f-a9813517702c" providerId="AD" clId="Web-{5FEFB023-A810-DCAC-D5DE-7F4098802F05}" dt="2024-05-01T21:50:01.137" v="5220"/>
          <ac:spMkLst>
            <pc:docMk/>
            <pc:sldMk cId="3438639128" sldId="276"/>
            <ac:spMk id="18" creationId="{38FAA1A1-D861-433F-88FA-1E9D6FD31D11}"/>
          </ac:spMkLst>
        </pc:spChg>
        <pc:spChg chg="add del">
          <ac:chgData name="Thompson, Ryan G" userId="S::thompsrg01@buffalostate.edu::7952b2d2-9ba3-426d-857f-a9813517702c" providerId="AD" clId="Web-{5FEFB023-A810-DCAC-D5DE-7F4098802F05}" dt="2024-05-01T21:50:01.137" v="5220"/>
          <ac:spMkLst>
            <pc:docMk/>
            <pc:sldMk cId="3438639128" sldId="276"/>
            <ac:spMk id="20" creationId="{8D71EDA1-87BF-4D5D-AB79-F346FD19278A}"/>
          </ac:spMkLst>
        </pc:spChg>
        <pc:spChg chg="add">
          <ac:chgData name="Thompson, Ryan G" userId="S::thompsrg01@buffalostate.edu::7952b2d2-9ba3-426d-857f-a9813517702c" providerId="AD" clId="Web-{5FEFB023-A810-DCAC-D5DE-7F4098802F05}" dt="2024-05-01T21:50:01.153" v="5221"/>
          <ac:spMkLst>
            <pc:docMk/>
            <pc:sldMk cId="3438639128" sldId="276"/>
            <ac:spMk id="22" creationId="{1B15ED52-F352-441B-82BF-E0EA34836D08}"/>
          </ac:spMkLst>
        </pc:spChg>
        <pc:spChg chg="add">
          <ac:chgData name="Thompson, Ryan G" userId="S::thompsrg01@buffalostate.edu::7952b2d2-9ba3-426d-857f-a9813517702c" providerId="AD" clId="Web-{5FEFB023-A810-DCAC-D5DE-7F4098802F05}" dt="2024-05-01T21:50:01.153" v="5221"/>
          <ac:spMkLst>
            <pc:docMk/>
            <pc:sldMk cId="3438639128" sldId="276"/>
            <ac:spMk id="23" creationId="{3B2E3793-BFE6-45A2-9B7B-E18844431C99}"/>
          </ac:spMkLst>
        </pc:spChg>
        <pc:spChg chg="add">
          <ac:chgData name="Thompson, Ryan G" userId="S::thompsrg01@buffalostate.edu::7952b2d2-9ba3-426d-857f-a9813517702c" providerId="AD" clId="Web-{5FEFB023-A810-DCAC-D5DE-7F4098802F05}" dt="2024-05-01T21:50:01.153" v="5221"/>
          <ac:spMkLst>
            <pc:docMk/>
            <pc:sldMk cId="3438639128" sldId="276"/>
            <ac:spMk id="24" creationId="{BC4C4868-CB8F-4AF9-9CDB-8108F2C19B67}"/>
          </ac:spMkLst>
        </pc:spChg>
        <pc:spChg chg="add">
          <ac:chgData name="Thompson, Ryan G" userId="S::thompsrg01@buffalostate.edu::7952b2d2-9ba3-426d-857f-a9813517702c" providerId="AD" clId="Web-{5FEFB023-A810-DCAC-D5DE-7F4098802F05}" dt="2024-05-01T21:50:01.153" v="5221"/>
          <ac:spMkLst>
            <pc:docMk/>
            <pc:sldMk cId="3438639128" sldId="276"/>
            <ac:spMk id="25" creationId="{375E0459-6403-40CD-989D-56A4407CA12E}"/>
          </ac:spMkLst>
        </pc:spChg>
        <pc:spChg chg="add">
          <ac:chgData name="Thompson, Ryan G" userId="S::thompsrg01@buffalostate.edu::7952b2d2-9ba3-426d-857f-a9813517702c" providerId="AD" clId="Web-{5FEFB023-A810-DCAC-D5DE-7F4098802F05}" dt="2024-05-01T21:50:01.153" v="5221"/>
          <ac:spMkLst>
            <pc:docMk/>
            <pc:sldMk cId="3438639128" sldId="276"/>
            <ac:spMk id="26" creationId="{53E5B1A8-3AC9-4BD1-9BBC-78CA94F2D1BA}"/>
          </ac:spMkLst>
        </pc:spChg>
      </pc:sldChg>
      <pc:sldChg chg="addSp delSp modSp new mod setBg">
        <pc:chgData name="Thompson, Ryan G" userId="S::thompsrg01@buffalostate.edu::7952b2d2-9ba3-426d-857f-a9813517702c" providerId="AD" clId="Web-{5FEFB023-A810-DCAC-D5DE-7F4098802F05}" dt="2024-05-01T22:08:15.548" v="5499" actId="20577"/>
        <pc:sldMkLst>
          <pc:docMk/>
          <pc:sldMk cId="616311466" sldId="277"/>
        </pc:sldMkLst>
        <pc:spChg chg="mod">
          <ac:chgData name="Thompson, Ryan G" userId="S::thompsrg01@buffalostate.edu::7952b2d2-9ba3-426d-857f-a9813517702c" providerId="AD" clId="Web-{5FEFB023-A810-DCAC-D5DE-7F4098802F05}" dt="2024-05-01T22:07:45.110" v="5498" actId="20577"/>
          <ac:spMkLst>
            <pc:docMk/>
            <pc:sldMk cId="616311466" sldId="277"/>
            <ac:spMk id="2" creationId="{11E2C313-2732-7C48-1717-9C48EC03D3BC}"/>
          </ac:spMkLst>
        </pc:spChg>
        <pc:spChg chg="del">
          <ac:chgData name="Thompson, Ryan G" userId="S::thompsrg01@buffalostate.edu::7952b2d2-9ba3-426d-857f-a9813517702c" providerId="AD" clId="Web-{5FEFB023-A810-DCAC-D5DE-7F4098802F05}" dt="2024-05-01T21:53:24.472" v="5265"/>
          <ac:spMkLst>
            <pc:docMk/>
            <pc:sldMk cId="616311466" sldId="277"/>
            <ac:spMk id="3" creationId="{7BA57FBD-6962-01C5-BB93-1B1F3D3E3A44}"/>
          </ac:spMkLst>
        </pc:spChg>
        <pc:spChg chg="add mod">
          <ac:chgData name="Thompson, Ryan G" userId="S::thompsrg01@buffalostate.edu::7952b2d2-9ba3-426d-857f-a9813517702c" providerId="AD" clId="Web-{5FEFB023-A810-DCAC-D5DE-7F4098802F05}" dt="2024-05-01T22:08:15.548" v="5499" actId="20577"/>
          <ac:spMkLst>
            <pc:docMk/>
            <pc:sldMk cId="616311466" sldId="277"/>
            <ac:spMk id="5" creationId="{B590D710-82D4-46CD-EA93-6E24B91A3C16}"/>
          </ac:spMkLst>
        </pc:spChg>
        <pc:spChg chg="add del mod">
          <ac:chgData name="Thompson, Ryan G" userId="S::thompsrg01@buffalostate.edu::7952b2d2-9ba3-426d-857f-a9813517702c" providerId="AD" clId="Web-{5FEFB023-A810-DCAC-D5DE-7F4098802F05}" dt="2024-05-01T22:02:35.271" v="5424"/>
          <ac:spMkLst>
            <pc:docMk/>
            <pc:sldMk cId="616311466" sldId="277"/>
            <ac:spMk id="10" creationId="{09588DA8-065E-4F6F-8EFD-43104AB2E0CF}"/>
          </ac:spMkLst>
        </pc:spChg>
        <pc:spChg chg="add del">
          <ac:chgData name="Thompson, Ryan G" userId="S::thompsrg01@buffalostate.edu::7952b2d2-9ba3-426d-857f-a9813517702c" providerId="AD" clId="Web-{5FEFB023-A810-DCAC-D5DE-7F4098802F05}" dt="2024-05-01T22:02:35.271" v="5424"/>
          <ac:spMkLst>
            <pc:docMk/>
            <pc:sldMk cId="616311466" sldId="277"/>
            <ac:spMk id="12" creationId="{C4285719-470E-454C-AF62-8323075F1F5B}"/>
          </ac:spMkLst>
        </pc:spChg>
        <pc:spChg chg="add del">
          <ac:chgData name="Thompson, Ryan G" userId="S::thompsrg01@buffalostate.edu::7952b2d2-9ba3-426d-857f-a9813517702c" providerId="AD" clId="Web-{5FEFB023-A810-DCAC-D5DE-7F4098802F05}" dt="2024-05-01T22:02:35.271" v="5424"/>
          <ac:spMkLst>
            <pc:docMk/>
            <pc:sldMk cId="616311466" sldId="277"/>
            <ac:spMk id="14" creationId="{CD9FE4EF-C4D8-49A0-B2FF-81D8DB7D8A24}"/>
          </ac:spMkLst>
        </pc:spChg>
        <pc:spChg chg="add del">
          <ac:chgData name="Thompson, Ryan G" userId="S::thompsrg01@buffalostate.edu::7952b2d2-9ba3-426d-857f-a9813517702c" providerId="AD" clId="Web-{5FEFB023-A810-DCAC-D5DE-7F4098802F05}" dt="2024-05-01T22:02:35.271" v="5424"/>
          <ac:spMkLst>
            <pc:docMk/>
            <pc:sldMk cId="616311466" sldId="277"/>
            <ac:spMk id="16" creationId="{4300840D-0A0B-4512-BACA-B439D5B9C57C}"/>
          </ac:spMkLst>
        </pc:spChg>
        <pc:spChg chg="add del">
          <ac:chgData name="Thompson, Ryan G" userId="S::thompsrg01@buffalostate.edu::7952b2d2-9ba3-426d-857f-a9813517702c" providerId="AD" clId="Web-{5FEFB023-A810-DCAC-D5DE-7F4098802F05}" dt="2024-05-01T22:02:35.271" v="5424"/>
          <ac:spMkLst>
            <pc:docMk/>
            <pc:sldMk cId="616311466" sldId="277"/>
            <ac:spMk id="18" creationId="{D2B78728-A580-49A7-84F9-6EF6F583ADE0}"/>
          </ac:spMkLst>
        </pc:spChg>
        <pc:spChg chg="add del">
          <ac:chgData name="Thompson, Ryan G" userId="S::thompsrg01@buffalostate.edu::7952b2d2-9ba3-426d-857f-a9813517702c" providerId="AD" clId="Web-{5FEFB023-A810-DCAC-D5DE-7F4098802F05}" dt="2024-05-01T22:02:35.271" v="5424"/>
          <ac:spMkLst>
            <pc:docMk/>
            <pc:sldMk cId="616311466" sldId="277"/>
            <ac:spMk id="20" creationId="{38FAA1A1-D861-433F-88FA-1E9D6FD31D11}"/>
          </ac:spMkLst>
        </pc:spChg>
        <pc:spChg chg="add del">
          <ac:chgData name="Thompson, Ryan G" userId="S::thompsrg01@buffalostate.edu::7952b2d2-9ba3-426d-857f-a9813517702c" providerId="AD" clId="Web-{5FEFB023-A810-DCAC-D5DE-7F4098802F05}" dt="2024-05-01T22:02:35.271" v="5424"/>
          <ac:spMkLst>
            <pc:docMk/>
            <pc:sldMk cId="616311466" sldId="277"/>
            <ac:spMk id="22" creationId="{8D71EDA1-87BF-4D5D-AB79-F346FD19278A}"/>
          </ac:spMkLst>
        </pc:spChg>
        <pc:spChg chg="add mod">
          <ac:chgData name="Thompson, Ryan G" userId="S::thompsrg01@buffalostate.edu::7952b2d2-9ba3-426d-857f-a9813517702c" providerId="AD" clId="Web-{5FEFB023-A810-DCAC-D5DE-7F4098802F05}" dt="2024-05-01T22:03:49.868" v="5438" actId="20577"/>
          <ac:spMkLst>
            <pc:docMk/>
            <pc:sldMk cId="616311466" sldId="277"/>
            <ac:spMk id="27" creationId="{1B15ED52-F352-441B-82BF-E0EA34836D08}"/>
          </ac:spMkLst>
        </pc:spChg>
        <pc:spChg chg="add">
          <ac:chgData name="Thompson, Ryan G" userId="S::thompsrg01@buffalostate.edu::7952b2d2-9ba3-426d-857f-a9813517702c" providerId="AD" clId="Web-{5FEFB023-A810-DCAC-D5DE-7F4098802F05}" dt="2024-05-01T22:02:35.271" v="5424"/>
          <ac:spMkLst>
            <pc:docMk/>
            <pc:sldMk cId="616311466" sldId="277"/>
            <ac:spMk id="29" creationId="{3B2E3793-BFE6-45A2-9B7B-E18844431C99}"/>
          </ac:spMkLst>
        </pc:spChg>
        <pc:spChg chg="add">
          <ac:chgData name="Thompson, Ryan G" userId="S::thompsrg01@buffalostate.edu::7952b2d2-9ba3-426d-857f-a9813517702c" providerId="AD" clId="Web-{5FEFB023-A810-DCAC-D5DE-7F4098802F05}" dt="2024-05-01T22:02:35.271" v="5424"/>
          <ac:spMkLst>
            <pc:docMk/>
            <pc:sldMk cId="616311466" sldId="277"/>
            <ac:spMk id="31" creationId="{BC4C4868-CB8F-4AF9-9CDB-8108F2C19B67}"/>
          </ac:spMkLst>
        </pc:spChg>
        <pc:spChg chg="add">
          <ac:chgData name="Thompson, Ryan G" userId="S::thompsrg01@buffalostate.edu::7952b2d2-9ba3-426d-857f-a9813517702c" providerId="AD" clId="Web-{5FEFB023-A810-DCAC-D5DE-7F4098802F05}" dt="2024-05-01T22:02:35.271" v="5424"/>
          <ac:spMkLst>
            <pc:docMk/>
            <pc:sldMk cId="616311466" sldId="277"/>
            <ac:spMk id="33" creationId="{375E0459-6403-40CD-989D-56A4407CA12E}"/>
          </ac:spMkLst>
        </pc:spChg>
        <pc:spChg chg="add">
          <ac:chgData name="Thompson, Ryan G" userId="S::thompsrg01@buffalostate.edu::7952b2d2-9ba3-426d-857f-a9813517702c" providerId="AD" clId="Web-{5FEFB023-A810-DCAC-D5DE-7F4098802F05}" dt="2024-05-01T22:02:35.271" v="5424"/>
          <ac:spMkLst>
            <pc:docMk/>
            <pc:sldMk cId="616311466" sldId="277"/>
            <ac:spMk id="35" creationId="{53E5B1A8-3AC9-4BD1-9BBC-78CA94F2D1BA}"/>
          </ac:spMkLst>
        </pc:spChg>
      </pc:sldChg>
    </pc:docChg>
  </pc:docChgLst>
  <pc:docChgLst>
    <pc:chgData name="Thompson, Ryan G" userId="S::thompsrg01@buffalostate.edu::7952b2d2-9ba3-426d-857f-a9813517702c" providerId="AD" clId="Web-{5242768E-79E4-346F-6B2F-4EB7B4A3DB0E}"/>
    <pc:docChg chg="modSld sldOrd">
      <pc:chgData name="Thompson, Ryan G" userId="S::thompsrg01@buffalostate.edu::7952b2d2-9ba3-426d-857f-a9813517702c" providerId="AD" clId="Web-{5242768E-79E4-346F-6B2F-4EB7B4A3DB0E}" dt="2024-04-29T21:21:04.262" v="1596"/>
      <pc:docMkLst>
        <pc:docMk/>
      </pc:docMkLst>
      <pc:sldChg chg="delSp modSp">
        <pc:chgData name="Thompson, Ryan G" userId="S::thompsrg01@buffalostate.edu::7952b2d2-9ba3-426d-857f-a9813517702c" providerId="AD" clId="Web-{5242768E-79E4-346F-6B2F-4EB7B4A3DB0E}" dt="2024-04-29T20:00:11.241" v="482"/>
        <pc:sldMkLst>
          <pc:docMk/>
          <pc:sldMk cId="2348693564" sldId="266"/>
        </pc:sldMkLst>
        <pc:graphicFrameChg chg="mod modGraphic">
          <ac:chgData name="Thompson, Ryan G" userId="S::thompsrg01@buffalostate.edu::7952b2d2-9ba3-426d-857f-a9813517702c" providerId="AD" clId="Web-{5242768E-79E4-346F-6B2F-4EB7B4A3DB0E}" dt="2024-04-29T20:00:11.241" v="482"/>
          <ac:graphicFrameMkLst>
            <pc:docMk/>
            <pc:sldMk cId="2348693564" sldId="266"/>
            <ac:graphicFrameMk id="4" creationId="{441AFD05-1716-24E9-2760-5A6738B0FB1B}"/>
          </ac:graphicFrameMkLst>
        </pc:graphicFrameChg>
        <pc:graphicFrameChg chg="del">
          <ac:chgData name="Thompson, Ryan G" userId="S::thompsrg01@buffalostate.edu::7952b2d2-9ba3-426d-857f-a9813517702c" providerId="AD" clId="Web-{5242768E-79E4-346F-6B2F-4EB7B4A3DB0E}" dt="2024-04-29T19:43:29.420" v="0"/>
          <ac:graphicFrameMkLst>
            <pc:docMk/>
            <pc:sldMk cId="2348693564" sldId="266"/>
            <ac:graphicFrameMk id="5" creationId="{C5467D52-A6FB-F605-B404-F0B98A3D73CD}"/>
          </ac:graphicFrameMkLst>
        </pc:graphicFrameChg>
      </pc:sldChg>
      <pc:sldChg chg="modSp ord">
        <pc:chgData name="Thompson, Ryan G" userId="S::thompsrg01@buffalostate.edu::7952b2d2-9ba3-426d-857f-a9813517702c" providerId="AD" clId="Web-{5242768E-79E4-346F-6B2F-4EB7B4A3DB0E}" dt="2024-04-29T20:58:05.526" v="1475" actId="20577"/>
        <pc:sldMkLst>
          <pc:docMk/>
          <pc:sldMk cId="534255321" sldId="267"/>
        </pc:sldMkLst>
        <pc:spChg chg="mod">
          <ac:chgData name="Thompson, Ryan G" userId="S::thompsrg01@buffalostate.edu::7952b2d2-9ba3-426d-857f-a9813517702c" providerId="AD" clId="Web-{5242768E-79E4-346F-6B2F-4EB7B4A3DB0E}" dt="2024-04-29T20:58:05.526" v="1475" actId="20577"/>
          <ac:spMkLst>
            <pc:docMk/>
            <pc:sldMk cId="534255321" sldId="267"/>
            <ac:spMk id="2" creationId="{63865AF7-9FA9-B136-1E85-25C81F40C048}"/>
          </ac:spMkLst>
        </pc:spChg>
      </pc:sldChg>
      <pc:sldChg chg="modSp ord">
        <pc:chgData name="Thompson, Ryan G" userId="S::thompsrg01@buffalostate.edu::7952b2d2-9ba3-426d-857f-a9813517702c" providerId="AD" clId="Web-{5242768E-79E4-346F-6B2F-4EB7B4A3DB0E}" dt="2024-04-29T20:59:24.106" v="1482" actId="20577"/>
        <pc:sldMkLst>
          <pc:docMk/>
          <pc:sldMk cId="494953335" sldId="268"/>
        </pc:sldMkLst>
        <pc:spChg chg="mod">
          <ac:chgData name="Thompson, Ryan G" userId="S::thompsrg01@buffalostate.edu::7952b2d2-9ba3-426d-857f-a9813517702c" providerId="AD" clId="Web-{5242768E-79E4-346F-6B2F-4EB7B4A3DB0E}" dt="2024-04-29T20:59:24.106" v="1482" actId="20577"/>
          <ac:spMkLst>
            <pc:docMk/>
            <pc:sldMk cId="494953335" sldId="268"/>
            <ac:spMk id="2" creationId="{AF6D5301-171A-E42C-BB1D-4E820D3609A6}"/>
          </ac:spMkLst>
        </pc:spChg>
      </pc:sldChg>
      <pc:sldChg chg="addSp delSp">
        <pc:chgData name="Thompson, Ryan G" userId="S::thompsrg01@buffalostate.edu::7952b2d2-9ba3-426d-857f-a9813517702c" providerId="AD" clId="Web-{5242768E-79E4-346F-6B2F-4EB7B4A3DB0E}" dt="2024-04-29T21:19:26.228" v="1488"/>
        <pc:sldMkLst>
          <pc:docMk/>
          <pc:sldMk cId="798865949" sldId="269"/>
        </pc:sldMkLst>
        <pc:graphicFrameChg chg="add del">
          <ac:chgData name="Thompson, Ryan G" userId="S::thompsrg01@buffalostate.edu::7952b2d2-9ba3-426d-857f-a9813517702c" providerId="AD" clId="Web-{5242768E-79E4-346F-6B2F-4EB7B4A3DB0E}" dt="2024-04-29T21:19:26.228" v="1488"/>
          <ac:graphicFrameMkLst>
            <pc:docMk/>
            <pc:sldMk cId="798865949" sldId="269"/>
            <ac:graphicFrameMk id="5" creationId="{9E00453C-283F-F3C3-ECEF-FF1704064AB6}"/>
          </ac:graphicFrameMkLst>
        </pc:graphicFrameChg>
      </pc:sldChg>
      <pc:sldChg chg="addSp delSp modSp">
        <pc:chgData name="Thompson, Ryan G" userId="S::thompsrg01@buffalostate.edu::7952b2d2-9ba3-426d-857f-a9813517702c" providerId="AD" clId="Web-{5242768E-79E4-346F-6B2F-4EB7B4A3DB0E}" dt="2024-04-29T21:21:04.262" v="1596"/>
        <pc:sldMkLst>
          <pc:docMk/>
          <pc:sldMk cId="3017323349" sldId="271"/>
        </pc:sldMkLst>
        <pc:spChg chg="mod">
          <ac:chgData name="Thompson, Ryan G" userId="S::thompsrg01@buffalostate.edu::7952b2d2-9ba3-426d-857f-a9813517702c" providerId="AD" clId="Web-{5242768E-79E4-346F-6B2F-4EB7B4A3DB0E}" dt="2024-04-29T21:18:54.603" v="1486"/>
          <ac:spMkLst>
            <pc:docMk/>
            <pc:sldMk cId="3017323349" sldId="271"/>
            <ac:spMk id="2" creationId="{CF44F2E0-5A1F-7DC6-0E45-9375DAD1E0DE}"/>
          </ac:spMkLst>
        </pc:spChg>
        <pc:spChg chg="add del">
          <ac:chgData name="Thompson, Ryan G" userId="S::thompsrg01@buffalostate.edu::7952b2d2-9ba3-426d-857f-a9813517702c" providerId="AD" clId="Web-{5242768E-79E4-346F-6B2F-4EB7B4A3DB0E}" dt="2024-04-29T21:18:54.603" v="1486"/>
          <ac:spMkLst>
            <pc:docMk/>
            <pc:sldMk cId="3017323349" sldId="271"/>
            <ac:spMk id="7" creationId="{4845A0EE-C4C8-4AE1-B3C6-1261368AC036}"/>
          </ac:spMkLst>
        </pc:spChg>
        <pc:spChg chg="add del">
          <ac:chgData name="Thompson, Ryan G" userId="S::thompsrg01@buffalostate.edu::7952b2d2-9ba3-426d-857f-a9813517702c" providerId="AD" clId="Web-{5242768E-79E4-346F-6B2F-4EB7B4A3DB0E}" dt="2024-04-29T21:18:31.524" v="1484"/>
          <ac:spMkLst>
            <pc:docMk/>
            <pc:sldMk cId="3017323349" sldId="271"/>
            <ac:spMk id="32" creationId="{A8384FB5-9ADC-4DDC-881B-597D56F5B15D}"/>
          </ac:spMkLst>
        </pc:spChg>
        <pc:spChg chg="add del">
          <ac:chgData name="Thompson, Ryan G" userId="S::thompsrg01@buffalostate.edu::7952b2d2-9ba3-426d-857f-a9813517702c" providerId="AD" clId="Web-{5242768E-79E4-346F-6B2F-4EB7B4A3DB0E}" dt="2024-04-29T21:18:31.524" v="1484"/>
          <ac:spMkLst>
            <pc:docMk/>
            <pc:sldMk cId="3017323349" sldId="271"/>
            <ac:spMk id="34" creationId="{91E5A9A7-95C6-4F4F-B00E-C82E07FE62EF}"/>
          </ac:spMkLst>
        </pc:spChg>
        <pc:spChg chg="add del">
          <ac:chgData name="Thompson, Ryan G" userId="S::thompsrg01@buffalostate.edu::7952b2d2-9ba3-426d-857f-a9813517702c" providerId="AD" clId="Web-{5242768E-79E4-346F-6B2F-4EB7B4A3DB0E}" dt="2024-04-29T21:18:31.524" v="1484"/>
          <ac:spMkLst>
            <pc:docMk/>
            <pc:sldMk cId="3017323349" sldId="271"/>
            <ac:spMk id="39" creationId="{D07DD2DE-F619-49DD-B5E7-03A290FF4ED1}"/>
          </ac:spMkLst>
        </pc:spChg>
        <pc:spChg chg="add del">
          <ac:chgData name="Thompson, Ryan G" userId="S::thompsrg01@buffalostate.edu::7952b2d2-9ba3-426d-857f-a9813517702c" providerId="AD" clId="Web-{5242768E-79E4-346F-6B2F-4EB7B4A3DB0E}" dt="2024-04-29T21:18:31.524" v="1484"/>
          <ac:spMkLst>
            <pc:docMk/>
            <pc:sldMk cId="3017323349" sldId="271"/>
            <ac:spMk id="40" creationId="{85149191-5F60-4A28-AAFF-039F96B0F3EC}"/>
          </ac:spMkLst>
        </pc:spChg>
        <pc:spChg chg="add del">
          <ac:chgData name="Thompson, Ryan G" userId="S::thompsrg01@buffalostate.edu::7952b2d2-9ba3-426d-857f-a9813517702c" providerId="AD" clId="Web-{5242768E-79E4-346F-6B2F-4EB7B4A3DB0E}" dt="2024-04-29T21:18:31.524" v="1484"/>
          <ac:spMkLst>
            <pc:docMk/>
            <pc:sldMk cId="3017323349" sldId="271"/>
            <ac:spMk id="41" creationId="{F8260ED5-17F7-4158-B241-D51DD4CF1B7E}"/>
          </ac:spMkLst>
        </pc:spChg>
        <pc:spChg chg="add">
          <ac:chgData name="Thompson, Ryan G" userId="S::thompsrg01@buffalostate.edu::7952b2d2-9ba3-426d-857f-a9813517702c" providerId="AD" clId="Web-{5242768E-79E4-346F-6B2F-4EB7B4A3DB0E}" dt="2024-04-29T21:18:54.603" v="1486"/>
          <ac:spMkLst>
            <pc:docMk/>
            <pc:sldMk cId="3017323349" sldId="271"/>
            <ac:spMk id="42" creationId="{BACC6370-2D7E-4714-9D71-7542949D7D5D}"/>
          </ac:spMkLst>
        </pc:spChg>
        <pc:spChg chg="add">
          <ac:chgData name="Thompson, Ryan G" userId="S::thompsrg01@buffalostate.edu::7952b2d2-9ba3-426d-857f-a9813517702c" providerId="AD" clId="Web-{5242768E-79E4-346F-6B2F-4EB7B4A3DB0E}" dt="2024-04-29T21:18:54.603" v="1486"/>
          <ac:spMkLst>
            <pc:docMk/>
            <pc:sldMk cId="3017323349" sldId="271"/>
            <ac:spMk id="43" creationId="{256B2C21-A230-48C0-8DF1-C46611373C44}"/>
          </ac:spMkLst>
        </pc:spChg>
        <pc:spChg chg="add">
          <ac:chgData name="Thompson, Ryan G" userId="S::thompsrg01@buffalostate.edu::7952b2d2-9ba3-426d-857f-a9813517702c" providerId="AD" clId="Web-{5242768E-79E4-346F-6B2F-4EB7B4A3DB0E}" dt="2024-04-29T21:18:54.603" v="1486"/>
          <ac:spMkLst>
            <pc:docMk/>
            <pc:sldMk cId="3017323349" sldId="271"/>
            <ac:spMk id="44" creationId="{3847E18C-932D-4C95-AABA-FEC7C9499AD7}"/>
          </ac:spMkLst>
        </pc:spChg>
        <pc:spChg chg="add">
          <ac:chgData name="Thompson, Ryan G" userId="S::thompsrg01@buffalostate.edu::7952b2d2-9ba3-426d-857f-a9813517702c" providerId="AD" clId="Web-{5242768E-79E4-346F-6B2F-4EB7B4A3DB0E}" dt="2024-04-29T21:18:54.603" v="1486"/>
          <ac:spMkLst>
            <pc:docMk/>
            <pc:sldMk cId="3017323349" sldId="271"/>
            <ac:spMk id="45" creationId="{3150CB11-0C61-439E-910F-5787759E72A0}"/>
          </ac:spMkLst>
        </pc:spChg>
        <pc:spChg chg="add">
          <ac:chgData name="Thompson, Ryan G" userId="S::thompsrg01@buffalostate.edu::7952b2d2-9ba3-426d-857f-a9813517702c" providerId="AD" clId="Web-{5242768E-79E4-346F-6B2F-4EB7B4A3DB0E}" dt="2024-04-29T21:18:54.603" v="1486"/>
          <ac:spMkLst>
            <pc:docMk/>
            <pc:sldMk cId="3017323349" sldId="271"/>
            <ac:spMk id="46" creationId="{43F8A58B-5155-44CE-A5FF-7647B47D0A7A}"/>
          </ac:spMkLst>
        </pc:spChg>
        <pc:spChg chg="add">
          <ac:chgData name="Thompson, Ryan G" userId="S::thompsrg01@buffalostate.edu::7952b2d2-9ba3-426d-857f-a9813517702c" providerId="AD" clId="Web-{5242768E-79E4-346F-6B2F-4EB7B4A3DB0E}" dt="2024-04-29T21:18:54.603" v="1486"/>
          <ac:spMkLst>
            <pc:docMk/>
            <pc:sldMk cId="3017323349" sldId="271"/>
            <ac:spMk id="47" creationId="{443F2ACA-E6D6-4028-82DD-F03C262D5DE6}"/>
          </ac:spMkLst>
        </pc:spChg>
        <pc:graphicFrameChg chg="add mod modGraphic">
          <ac:chgData name="Thompson, Ryan G" userId="S::thompsrg01@buffalostate.edu::7952b2d2-9ba3-426d-857f-a9813517702c" providerId="AD" clId="Web-{5242768E-79E4-346F-6B2F-4EB7B4A3DB0E}" dt="2024-04-29T21:21:04.262" v="1596"/>
          <ac:graphicFrameMkLst>
            <pc:docMk/>
            <pc:sldMk cId="3017323349" sldId="271"/>
            <ac:graphicFrameMk id="4" creationId="{89449CC2-7390-4622-2AB8-9641DB8AC749}"/>
          </ac:graphicFrameMkLst>
        </pc:graphicFrameChg>
        <pc:graphicFrameChg chg="del mod modGraphic">
          <ac:chgData name="Thompson, Ryan G" userId="S::thompsrg01@buffalostate.edu::7952b2d2-9ba3-426d-857f-a9813517702c" providerId="AD" clId="Web-{5242768E-79E4-346F-6B2F-4EB7B4A3DB0E}" dt="2024-04-29T21:19:15.166" v="1487"/>
          <ac:graphicFrameMkLst>
            <pc:docMk/>
            <pc:sldMk cId="3017323349" sldId="271"/>
            <ac:graphicFrameMk id="5" creationId="{A3F59065-87BF-26D9-D676-69D6A899C471}"/>
          </ac:graphicFrameMkLst>
        </pc:graphicFrameChg>
      </pc:sldChg>
      <pc:sldChg chg="addSp delSp modSp mod ord setBg modClrScheme setClrOvrMap chgLayout">
        <pc:chgData name="Thompson, Ryan G" userId="S::thompsrg01@buffalostate.edu::7952b2d2-9ba3-426d-857f-a9813517702c" providerId="AD" clId="Web-{5242768E-79E4-346F-6B2F-4EB7B4A3DB0E}" dt="2024-04-29T20:57:28.947" v="1464"/>
        <pc:sldMkLst>
          <pc:docMk/>
          <pc:sldMk cId="2444123941" sldId="272"/>
        </pc:sldMkLst>
        <pc:spChg chg="mod ord">
          <ac:chgData name="Thompson, Ryan G" userId="S::thompsrg01@buffalostate.edu::7952b2d2-9ba3-426d-857f-a9813517702c" providerId="AD" clId="Web-{5242768E-79E4-346F-6B2F-4EB7B4A3DB0E}" dt="2024-04-29T20:49:23.186" v="1456"/>
          <ac:spMkLst>
            <pc:docMk/>
            <pc:sldMk cId="2444123941" sldId="272"/>
            <ac:spMk id="2" creationId="{75A47683-D631-151C-6F95-4E4DDB02F929}"/>
          </ac:spMkLst>
        </pc:spChg>
        <pc:spChg chg="mod ord">
          <ac:chgData name="Thompson, Ryan G" userId="S::thompsrg01@buffalostate.edu::7952b2d2-9ba3-426d-857f-a9813517702c" providerId="AD" clId="Web-{5242768E-79E4-346F-6B2F-4EB7B4A3DB0E}" dt="2024-04-29T20:49:25.623" v="1462" actId="20577"/>
          <ac:spMkLst>
            <pc:docMk/>
            <pc:sldMk cId="2444123941" sldId="272"/>
            <ac:spMk id="3" creationId="{3AA99717-7BD9-17BA-65E3-242ACA5D1CDC}"/>
          </ac:spMkLst>
        </pc:spChg>
        <pc:spChg chg="add del">
          <ac:chgData name="Thompson, Ryan G" userId="S::thompsrg01@buffalostate.edu::7952b2d2-9ba3-426d-857f-a9813517702c" providerId="AD" clId="Web-{5242768E-79E4-346F-6B2F-4EB7B4A3DB0E}" dt="2024-04-29T20:46:20.416" v="1415"/>
          <ac:spMkLst>
            <pc:docMk/>
            <pc:sldMk cId="2444123941" sldId="272"/>
            <ac:spMk id="4" creationId="{6C473FA4-FA80-8858-E93A-5259DEADEAB7}"/>
          </ac:spMkLst>
        </pc:spChg>
        <pc:spChg chg="add del mod">
          <ac:chgData name="Thompson, Ryan G" userId="S::thompsrg01@buffalostate.edu::7952b2d2-9ba3-426d-857f-a9813517702c" providerId="AD" clId="Web-{5242768E-79E4-346F-6B2F-4EB7B4A3DB0E}" dt="2024-04-29T20:49:17.264" v="1455"/>
          <ac:spMkLst>
            <pc:docMk/>
            <pc:sldMk cId="2444123941" sldId="272"/>
            <ac:spMk id="5" creationId="{612C62E6-2978-EDAD-D3FD-BF22E610835E}"/>
          </ac:spMkLst>
        </pc:spChg>
        <pc:spChg chg="add del mod ord">
          <ac:chgData name="Thompson, Ryan G" userId="S::thompsrg01@buffalostate.edu::7952b2d2-9ba3-426d-857f-a9813517702c" providerId="AD" clId="Web-{5242768E-79E4-346F-6B2F-4EB7B4A3DB0E}" dt="2024-04-29T20:49:23.186" v="1456"/>
          <ac:spMkLst>
            <pc:docMk/>
            <pc:sldMk cId="2444123941" sldId="272"/>
            <ac:spMk id="6" creationId="{36F48BCC-2860-48C5-5C9E-B07CFF5CEFC3}"/>
          </ac:spMkLst>
        </pc:spChg>
        <pc:spChg chg="add del">
          <ac:chgData name="Thompson, Ryan G" userId="S::thompsrg01@buffalostate.edu::7952b2d2-9ba3-426d-857f-a9813517702c" providerId="AD" clId="Web-{5242768E-79E4-346F-6B2F-4EB7B4A3DB0E}" dt="2024-04-29T20:48:20.840" v="1451"/>
          <ac:spMkLst>
            <pc:docMk/>
            <pc:sldMk cId="2444123941" sldId="272"/>
            <ac:spMk id="11" creationId="{2A6B319F-86FE-4754-878E-06F0804D882B}"/>
          </ac:spMkLst>
        </pc:spChg>
        <pc:spChg chg="add del">
          <ac:chgData name="Thompson, Ryan G" userId="S::thompsrg01@buffalostate.edu::7952b2d2-9ba3-426d-857f-a9813517702c" providerId="AD" clId="Web-{5242768E-79E4-346F-6B2F-4EB7B4A3DB0E}" dt="2024-04-29T20:48:20.840" v="1451"/>
          <ac:spMkLst>
            <pc:docMk/>
            <pc:sldMk cId="2444123941" sldId="272"/>
            <ac:spMk id="13" creationId="{DCF7D1B5-3477-499F-ACC5-2C8B07F4EDB3}"/>
          </ac:spMkLst>
        </pc:spChg>
        <pc:spChg chg="add del">
          <ac:chgData name="Thompson, Ryan G" userId="S::thompsrg01@buffalostate.edu::7952b2d2-9ba3-426d-857f-a9813517702c" providerId="AD" clId="Web-{5242768E-79E4-346F-6B2F-4EB7B4A3DB0E}" dt="2024-04-29T20:48:27.575" v="1453"/>
          <ac:spMkLst>
            <pc:docMk/>
            <pc:sldMk cId="2444123941" sldId="272"/>
            <ac:spMk id="15" creationId="{4C608BEB-860E-4094-8511-78603564A75E}"/>
          </ac:spMkLst>
        </pc:spChg>
        <pc:spChg chg="add del">
          <ac:chgData name="Thompson, Ryan G" userId="S::thompsrg01@buffalostate.edu::7952b2d2-9ba3-426d-857f-a9813517702c" providerId="AD" clId="Web-{5242768E-79E4-346F-6B2F-4EB7B4A3DB0E}" dt="2024-04-29T20:49:17.264" v="1455"/>
          <ac:spMkLst>
            <pc:docMk/>
            <pc:sldMk cId="2444123941" sldId="272"/>
            <ac:spMk id="18" creationId="{2A6B319F-86FE-4754-878E-06F0804D882B}"/>
          </ac:spMkLst>
        </pc:spChg>
        <pc:spChg chg="add del">
          <ac:chgData name="Thompson, Ryan G" userId="S::thompsrg01@buffalostate.edu::7952b2d2-9ba3-426d-857f-a9813517702c" providerId="AD" clId="Web-{5242768E-79E4-346F-6B2F-4EB7B4A3DB0E}" dt="2024-04-29T20:49:17.264" v="1455"/>
          <ac:spMkLst>
            <pc:docMk/>
            <pc:sldMk cId="2444123941" sldId="272"/>
            <ac:spMk id="19" creationId="{DCF7D1B5-3477-499F-ACC5-2C8B07F4EDB3}"/>
          </ac:spMkLst>
        </pc:spChg>
        <pc:cxnChg chg="add del">
          <ac:chgData name="Thompson, Ryan G" userId="S::thompsrg01@buffalostate.edu::7952b2d2-9ba3-426d-857f-a9813517702c" providerId="AD" clId="Web-{5242768E-79E4-346F-6B2F-4EB7B4A3DB0E}" dt="2024-04-29T20:48:27.575" v="1453"/>
          <ac:cxnSpMkLst>
            <pc:docMk/>
            <pc:sldMk cId="2444123941" sldId="272"/>
            <ac:cxnSpMk id="16" creationId="{1F16A8D4-FE87-4604-88B2-394B5D1EB437}"/>
          </ac:cxnSpMkLst>
        </pc:cxnChg>
      </pc:sldChg>
      <pc:sldChg chg="addSp delSp modSp ord">
        <pc:chgData name="Thompson, Ryan G" userId="S::thompsrg01@buffalostate.edu::7952b2d2-9ba3-426d-857f-a9813517702c" providerId="AD" clId="Web-{5242768E-79E4-346F-6B2F-4EB7B4A3DB0E}" dt="2024-04-29T20:32:18.240" v="1413"/>
        <pc:sldMkLst>
          <pc:docMk/>
          <pc:sldMk cId="2491895986" sldId="273"/>
        </pc:sldMkLst>
        <pc:spChg chg="add del mod">
          <ac:chgData name="Thompson, Ryan G" userId="S::thompsrg01@buffalostate.edu::7952b2d2-9ba3-426d-857f-a9813517702c" providerId="AD" clId="Web-{5242768E-79E4-346F-6B2F-4EB7B4A3DB0E}" dt="2024-04-29T20:02:37.807" v="514"/>
          <ac:spMkLst>
            <pc:docMk/>
            <pc:sldMk cId="2491895986" sldId="273"/>
            <ac:spMk id="3" creationId="{0BA78A25-1658-DF92-7E2E-E64AE9E91631}"/>
          </ac:spMkLst>
        </pc:spChg>
        <pc:spChg chg="add mod">
          <ac:chgData name="Thompson, Ryan G" userId="S::thompsrg01@buffalostate.edu::7952b2d2-9ba3-426d-857f-a9813517702c" providerId="AD" clId="Web-{5242768E-79E4-346F-6B2F-4EB7B4A3DB0E}" dt="2024-04-29T20:03:11.464" v="535" actId="14100"/>
          <ac:spMkLst>
            <pc:docMk/>
            <pc:sldMk cId="2491895986" sldId="273"/>
            <ac:spMk id="4" creationId="{2618DC77-CFC5-FF36-912C-FD21E8E790A7}"/>
          </ac:spMkLst>
        </pc:spChg>
        <pc:graphicFrameChg chg="mod modGraphic">
          <ac:chgData name="Thompson, Ryan G" userId="S::thompsrg01@buffalostate.edu::7952b2d2-9ba3-426d-857f-a9813517702c" providerId="AD" clId="Web-{5242768E-79E4-346F-6B2F-4EB7B4A3DB0E}" dt="2024-04-29T20:32:18.240" v="1413"/>
          <ac:graphicFrameMkLst>
            <pc:docMk/>
            <pc:sldMk cId="2491895986" sldId="273"/>
            <ac:graphicFrameMk id="19" creationId="{9BED4080-4E62-CBDE-CDFB-5D67873F9F8A}"/>
          </ac:graphicFrameMkLst>
        </pc:graphicFrameChg>
      </pc:sldChg>
    </pc:docChg>
  </pc:docChgLst>
  <pc:docChgLst>
    <pc:chgData name="Khondker, Misal S" userId="S::khondkms01@buffalostate.edu::363f249f-62ab-41c7-9784-115e62e19b06" providerId="AD" clId="Web-{A2F42F8B-9200-C107-0A48-7416FD98C53A}"/>
    <pc:docChg chg="addSld modSld sldOrd">
      <pc:chgData name="Khondker, Misal S" userId="S::khondkms01@buffalostate.edu::363f249f-62ab-41c7-9784-115e62e19b06" providerId="AD" clId="Web-{A2F42F8B-9200-C107-0A48-7416FD98C53A}" dt="2024-04-29T20:25:43.300" v="499"/>
      <pc:docMkLst>
        <pc:docMk/>
      </pc:docMkLst>
      <pc:sldChg chg="addSp modSp new mod ord modClrScheme chgLayout">
        <pc:chgData name="Khondker, Misal S" userId="S::khondkms01@buffalostate.edu::363f249f-62ab-41c7-9784-115e62e19b06" providerId="AD" clId="Web-{A2F42F8B-9200-C107-0A48-7416FD98C53A}" dt="2024-04-29T19:18:22.559" v="8" actId="20577"/>
        <pc:sldMkLst>
          <pc:docMk/>
          <pc:sldMk cId="798865949" sldId="269"/>
        </pc:sldMkLst>
        <pc:spChg chg="add mod">
          <ac:chgData name="Khondker, Misal S" userId="S::khondkms01@buffalostate.edu::363f249f-62ab-41c7-9784-115e62e19b06" providerId="AD" clId="Web-{A2F42F8B-9200-C107-0A48-7416FD98C53A}" dt="2024-04-29T19:18:22.559" v="8" actId="20577"/>
          <ac:spMkLst>
            <pc:docMk/>
            <pc:sldMk cId="798865949" sldId="269"/>
            <ac:spMk id="2" creationId="{C5AE1CE2-FA56-2CB8-1801-40B8F698508C}"/>
          </ac:spMkLst>
        </pc:spChg>
        <pc:spChg chg="add mod">
          <ac:chgData name="Khondker, Misal S" userId="S::khondkms01@buffalostate.edu::363f249f-62ab-41c7-9784-115e62e19b06" providerId="AD" clId="Web-{A2F42F8B-9200-C107-0A48-7416FD98C53A}" dt="2024-04-29T19:18:11.668" v="6"/>
          <ac:spMkLst>
            <pc:docMk/>
            <pc:sldMk cId="798865949" sldId="269"/>
            <ac:spMk id="3" creationId="{7C5DC5F7-C21B-62B9-9548-9DDACD04DB43}"/>
          </ac:spMkLst>
        </pc:spChg>
      </pc:sldChg>
      <pc:sldChg chg="modSp new ord">
        <pc:chgData name="Khondker, Misal S" userId="S::khondkms01@buffalostate.edu::363f249f-62ab-41c7-9784-115e62e19b06" providerId="AD" clId="Web-{A2F42F8B-9200-C107-0A48-7416FD98C53A}" dt="2024-04-29T19:17:21.823" v="5" actId="20577"/>
        <pc:sldMkLst>
          <pc:docMk/>
          <pc:sldMk cId="504265764" sldId="270"/>
        </pc:sldMkLst>
        <pc:spChg chg="mod">
          <ac:chgData name="Khondker, Misal S" userId="S::khondkms01@buffalostate.edu::363f249f-62ab-41c7-9784-115e62e19b06" providerId="AD" clId="Web-{A2F42F8B-9200-C107-0A48-7416FD98C53A}" dt="2024-04-29T19:17:21.823" v="5" actId="20577"/>
          <ac:spMkLst>
            <pc:docMk/>
            <pc:sldMk cId="504265764" sldId="270"/>
            <ac:spMk id="2" creationId="{25ABD7E0-87F6-298E-787D-D8762E4CDD27}"/>
          </ac:spMkLst>
        </pc:spChg>
      </pc:sldChg>
      <pc:sldChg chg="addSp delSp modSp new mod setBg modClrScheme chgLayout">
        <pc:chgData name="Khondker, Misal S" userId="S::khondkms01@buffalostate.edu::363f249f-62ab-41c7-9784-115e62e19b06" providerId="AD" clId="Web-{A2F42F8B-9200-C107-0A48-7416FD98C53A}" dt="2024-04-29T20:25:43.300" v="499"/>
        <pc:sldMkLst>
          <pc:docMk/>
          <pc:sldMk cId="3017323349" sldId="271"/>
        </pc:sldMkLst>
        <pc:spChg chg="mod ord">
          <ac:chgData name="Khondker, Misal S" userId="S::khondkms01@buffalostate.edu::363f249f-62ab-41c7-9784-115e62e19b06" providerId="AD" clId="Web-{A2F42F8B-9200-C107-0A48-7416FD98C53A}" dt="2024-04-29T20:21:11.168" v="486"/>
          <ac:spMkLst>
            <pc:docMk/>
            <pc:sldMk cId="3017323349" sldId="271"/>
            <ac:spMk id="2" creationId="{CF44F2E0-5A1F-7DC6-0E45-9375DAD1E0DE}"/>
          </ac:spMkLst>
        </pc:spChg>
        <pc:spChg chg="del">
          <ac:chgData name="Khondker, Misal S" userId="S::khondkms01@buffalostate.edu::363f249f-62ab-41c7-9784-115e62e19b06" providerId="AD" clId="Web-{A2F42F8B-9200-C107-0A48-7416FD98C53A}" dt="2024-04-29T19:54:52.227" v="244"/>
          <ac:spMkLst>
            <pc:docMk/>
            <pc:sldMk cId="3017323349" sldId="271"/>
            <ac:spMk id="3" creationId="{B831ED12-83B9-5519-25F3-EBF4F6C7C4B0}"/>
          </ac:spMkLst>
        </pc:spChg>
        <pc:spChg chg="add del mod">
          <ac:chgData name="Khondker, Misal S" userId="S::khondkms01@buffalostate.edu::363f249f-62ab-41c7-9784-115e62e19b06" providerId="AD" clId="Web-{A2F42F8B-9200-C107-0A48-7416FD98C53A}" dt="2024-04-29T20:22:55.358" v="493"/>
          <ac:spMkLst>
            <pc:docMk/>
            <pc:sldMk cId="3017323349" sldId="271"/>
            <ac:spMk id="7" creationId="{4845A0EE-C4C8-4AE1-B3C6-1261368AC036}"/>
          </ac:spMkLst>
        </pc:spChg>
        <pc:spChg chg="add del">
          <ac:chgData name="Khondker, Misal S" userId="S::khondkms01@buffalostate.edu::363f249f-62ab-41c7-9784-115e62e19b06" providerId="AD" clId="Web-{A2F42F8B-9200-C107-0A48-7416FD98C53A}" dt="2024-04-29T20:14:32.423" v="480"/>
          <ac:spMkLst>
            <pc:docMk/>
            <pc:sldMk cId="3017323349" sldId="271"/>
            <ac:spMk id="9" creationId="{A4E37431-20F0-4DD6-84A9-ED2B644943A2}"/>
          </ac:spMkLst>
        </pc:spChg>
        <pc:spChg chg="add del">
          <ac:chgData name="Khondker, Misal S" userId="S::khondkms01@buffalostate.edu::363f249f-62ab-41c7-9784-115e62e19b06" providerId="AD" clId="Web-{A2F42F8B-9200-C107-0A48-7416FD98C53A}" dt="2024-04-29T20:01:56.613" v="414"/>
          <ac:spMkLst>
            <pc:docMk/>
            <pc:sldMk cId="3017323349" sldId="271"/>
            <ac:spMk id="10" creationId="{F3060C83-F051-4F0E-ABAD-AA0DFC48B218}"/>
          </ac:spMkLst>
        </pc:spChg>
        <pc:spChg chg="add del">
          <ac:chgData name="Khondker, Misal S" userId="S::khondkms01@buffalostate.edu::363f249f-62ab-41c7-9784-115e62e19b06" providerId="AD" clId="Web-{A2F42F8B-9200-C107-0A48-7416FD98C53A}" dt="2024-04-29T20:14:32.423" v="480"/>
          <ac:spMkLst>
            <pc:docMk/>
            <pc:sldMk cId="3017323349" sldId="271"/>
            <ac:spMk id="11" creationId="{0AE98B72-66C6-4AB4-AF0D-BA830DE86393}"/>
          </ac:spMkLst>
        </pc:spChg>
        <pc:spChg chg="add del">
          <ac:chgData name="Khondker, Misal S" userId="S::khondkms01@buffalostate.edu::363f249f-62ab-41c7-9784-115e62e19b06" providerId="AD" clId="Web-{A2F42F8B-9200-C107-0A48-7416FD98C53A}" dt="2024-04-29T20:01:56.613" v="414"/>
          <ac:spMkLst>
            <pc:docMk/>
            <pc:sldMk cId="3017323349" sldId="271"/>
            <ac:spMk id="12" creationId="{83C98ABE-055B-441F-B07E-44F97F083C39}"/>
          </ac:spMkLst>
        </pc:spChg>
        <pc:spChg chg="add del">
          <ac:chgData name="Khondker, Misal S" userId="S::khondkms01@buffalostate.edu::363f249f-62ab-41c7-9784-115e62e19b06" providerId="AD" clId="Web-{A2F42F8B-9200-C107-0A48-7416FD98C53A}" dt="2024-04-29T20:14:32.423" v="480"/>
          <ac:spMkLst>
            <pc:docMk/>
            <pc:sldMk cId="3017323349" sldId="271"/>
            <ac:spMk id="13" creationId="{407EAFC6-733F-403D-BB4D-05A3A28742F1}"/>
          </ac:spMkLst>
        </pc:spChg>
        <pc:spChg chg="add del">
          <ac:chgData name="Khondker, Misal S" userId="S::khondkms01@buffalostate.edu::363f249f-62ab-41c7-9784-115e62e19b06" providerId="AD" clId="Web-{A2F42F8B-9200-C107-0A48-7416FD98C53A}" dt="2024-04-29T20:01:56.613" v="414"/>
          <ac:spMkLst>
            <pc:docMk/>
            <pc:sldMk cId="3017323349" sldId="271"/>
            <ac:spMk id="14" creationId="{29FDB030-9B49-4CED-8CCD-4D99382388AC}"/>
          </ac:spMkLst>
        </pc:spChg>
        <pc:spChg chg="add del">
          <ac:chgData name="Khondker, Misal S" userId="S::khondkms01@buffalostate.edu::363f249f-62ab-41c7-9784-115e62e19b06" providerId="AD" clId="Web-{A2F42F8B-9200-C107-0A48-7416FD98C53A}" dt="2024-04-29T20:14:32.423" v="480"/>
          <ac:spMkLst>
            <pc:docMk/>
            <pc:sldMk cId="3017323349" sldId="271"/>
            <ac:spMk id="15" creationId="{17A36730-4CB0-4F61-AD11-A44C9765833F}"/>
          </ac:spMkLst>
        </pc:spChg>
        <pc:spChg chg="add del">
          <ac:chgData name="Khondker, Misal S" userId="S::khondkms01@buffalostate.edu::363f249f-62ab-41c7-9784-115e62e19b06" providerId="AD" clId="Web-{A2F42F8B-9200-C107-0A48-7416FD98C53A}" dt="2024-04-29T20:01:56.613" v="414"/>
          <ac:spMkLst>
            <pc:docMk/>
            <pc:sldMk cId="3017323349" sldId="271"/>
            <ac:spMk id="16" creationId="{3783CA14-24A1-485C-8B30-D6A5D87987AD}"/>
          </ac:spMkLst>
        </pc:spChg>
        <pc:spChg chg="add del">
          <ac:chgData name="Khondker, Misal S" userId="S::khondkms01@buffalostate.edu::363f249f-62ab-41c7-9784-115e62e19b06" providerId="AD" clId="Web-{A2F42F8B-9200-C107-0A48-7416FD98C53A}" dt="2024-04-29T20:14:32.423" v="480"/>
          <ac:spMkLst>
            <pc:docMk/>
            <pc:sldMk cId="3017323349" sldId="271"/>
            <ac:spMk id="17" creationId="{C69C79E1-F916-4929-A4F3-DE763D4BFA57}"/>
          </ac:spMkLst>
        </pc:spChg>
        <pc:spChg chg="add del">
          <ac:chgData name="Khondker, Misal S" userId="S::khondkms01@buffalostate.edu::363f249f-62ab-41c7-9784-115e62e19b06" providerId="AD" clId="Web-{A2F42F8B-9200-C107-0A48-7416FD98C53A}" dt="2024-04-29T20:01:56.613" v="414"/>
          <ac:spMkLst>
            <pc:docMk/>
            <pc:sldMk cId="3017323349" sldId="271"/>
            <ac:spMk id="18" creationId="{9A97C86A-04D6-40F7-AE84-31AB43E6A846}"/>
          </ac:spMkLst>
        </pc:spChg>
        <pc:spChg chg="add del">
          <ac:chgData name="Khondker, Misal S" userId="S::khondkms01@buffalostate.edu::363f249f-62ab-41c7-9784-115e62e19b06" providerId="AD" clId="Web-{A2F42F8B-9200-C107-0A48-7416FD98C53A}" dt="2024-04-29T20:14:32.423" v="480"/>
          <ac:spMkLst>
            <pc:docMk/>
            <pc:sldMk cId="3017323349" sldId="271"/>
            <ac:spMk id="19" creationId="{767334AB-16BD-4EC7-8C6B-4B5171600933}"/>
          </ac:spMkLst>
        </pc:spChg>
        <pc:spChg chg="add del">
          <ac:chgData name="Khondker, Misal S" userId="S::khondkms01@buffalostate.edu::363f249f-62ab-41c7-9784-115e62e19b06" providerId="AD" clId="Web-{A2F42F8B-9200-C107-0A48-7416FD98C53A}" dt="2024-04-29T20:01:56.613" v="414"/>
          <ac:spMkLst>
            <pc:docMk/>
            <pc:sldMk cId="3017323349" sldId="271"/>
            <ac:spMk id="20" creationId="{FF9F2414-84E8-453E-B1F3-389FDE8192D9}"/>
          </ac:spMkLst>
        </pc:spChg>
        <pc:spChg chg="add del">
          <ac:chgData name="Khondker, Misal S" userId="S::khondkms01@buffalostate.edu::363f249f-62ab-41c7-9784-115e62e19b06" providerId="AD" clId="Web-{A2F42F8B-9200-C107-0A48-7416FD98C53A}" dt="2024-04-29T20:20:53.855" v="482"/>
          <ac:spMkLst>
            <pc:docMk/>
            <pc:sldMk cId="3017323349" sldId="271"/>
            <ac:spMk id="21" creationId="{BACC6370-2D7E-4714-9D71-7542949D7D5D}"/>
          </ac:spMkLst>
        </pc:spChg>
        <pc:spChg chg="add del">
          <ac:chgData name="Khondker, Misal S" userId="S::khondkms01@buffalostate.edu::363f249f-62ab-41c7-9784-115e62e19b06" providerId="AD" clId="Web-{A2F42F8B-9200-C107-0A48-7416FD98C53A}" dt="2024-04-29T20:01:56.613" v="414"/>
          <ac:spMkLst>
            <pc:docMk/>
            <pc:sldMk cId="3017323349" sldId="271"/>
            <ac:spMk id="22" creationId="{3ECA69A1-7536-43AC-85EF-C7106179F5ED}"/>
          </ac:spMkLst>
        </pc:spChg>
        <pc:spChg chg="add del">
          <ac:chgData name="Khondker, Misal S" userId="S::khondkms01@buffalostate.edu::363f249f-62ab-41c7-9784-115e62e19b06" providerId="AD" clId="Web-{A2F42F8B-9200-C107-0A48-7416FD98C53A}" dt="2024-04-29T20:20:53.855" v="482"/>
          <ac:spMkLst>
            <pc:docMk/>
            <pc:sldMk cId="3017323349" sldId="271"/>
            <ac:spMk id="23" creationId="{256B2C21-A230-48C0-8DF1-C46611373C44}"/>
          </ac:spMkLst>
        </pc:spChg>
        <pc:spChg chg="add del">
          <ac:chgData name="Khondker, Misal S" userId="S::khondkms01@buffalostate.edu::363f249f-62ab-41c7-9784-115e62e19b06" providerId="AD" clId="Web-{A2F42F8B-9200-C107-0A48-7416FD98C53A}" dt="2024-04-29T20:02:14.864" v="420"/>
          <ac:spMkLst>
            <pc:docMk/>
            <pc:sldMk cId="3017323349" sldId="271"/>
            <ac:spMk id="24" creationId="{BACC6370-2D7E-4714-9D71-7542949D7D5D}"/>
          </ac:spMkLst>
        </pc:spChg>
        <pc:spChg chg="add del">
          <ac:chgData name="Khondker, Misal S" userId="S::khondkms01@buffalostate.edu::363f249f-62ab-41c7-9784-115e62e19b06" providerId="AD" clId="Web-{A2F42F8B-9200-C107-0A48-7416FD98C53A}" dt="2024-04-29T20:02:14.864" v="420"/>
          <ac:spMkLst>
            <pc:docMk/>
            <pc:sldMk cId="3017323349" sldId="271"/>
            <ac:spMk id="25" creationId="{F68B3F68-107C-434F-AA38-110D5EA91B85}"/>
          </ac:spMkLst>
        </pc:spChg>
        <pc:spChg chg="add del">
          <ac:chgData name="Khondker, Misal S" userId="S::khondkms01@buffalostate.edu::363f249f-62ab-41c7-9784-115e62e19b06" providerId="AD" clId="Web-{A2F42F8B-9200-C107-0A48-7416FD98C53A}" dt="2024-04-29T20:02:14.864" v="420"/>
          <ac:spMkLst>
            <pc:docMk/>
            <pc:sldMk cId="3017323349" sldId="271"/>
            <ac:spMk id="26" creationId="{AAD0DBB9-1A4B-4391-81D4-CB19F9AB918A}"/>
          </ac:spMkLst>
        </pc:spChg>
        <pc:spChg chg="add del">
          <ac:chgData name="Khondker, Misal S" userId="S::khondkms01@buffalostate.edu::363f249f-62ab-41c7-9784-115e62e19b06" providerId="AD" clId="Web-{A2F42F8B-9200-C107-0A48-7416FD98C53A}" dt="2024-04-29T20:02:14.864" v="420"/>
          <ac:spMkLst>
            <pc:docMk/>
            <pc:sldMk cId="3017323349" sldId="271"/>
            <ac:spMk id="27" creationId="{063BBA22-50EA-4C4D-BE05-F1CE4E63AA56}"/>
          </ac:spMkLst>
        </pc:spChg>
        <pc:spChg chg="add del">
          <ac:chgData name="Khondker, Misal S" userId="S::khondkms01@buffalostate.edu::363f249f-62ab-41c7-9784-115e62e19b06" providerId="AD" clId="Web-{A2F42F8B-9200-C107-0A48-7416FD98C53A}" dt="2024-04-29T20:20:53.855" v="482"/>
          <ac:spMkLst>
            <pc:docMk/>
            <pc:sldMk cId="3017323349" sldId="271"/>
            <ac:spMk id="28" creationId="{3847E18C-932D-4C95-AABA-FEC7C9499AD7}"/>
          </ac:spMkLst>
        </pc:spChg>
        <pc:spChg chg="add del">
          <ac:chgData name="Khondker, Misal S" userId="S::khondkms01@buffalostate.edu::363f249f-62ab-41c7-9784-115e62e19b06" providerId="AD" clId="Web-{A2F42F8B-9200-C107-0A48-7416FD98C53A}" dt="2024-04-29T20:20:53.855" v="482"/>
          <ac:spMkLst>
            <pc:docMk/>
            <pc:sldMk cId="3017323349" sldId="271"/>
            <ac:spMk id="29" creationId="{3150CB11-0C61-439E-910F-5787759E72A0}"/>
          </ac:spMkLst>
        </pc:spChg>
        <pc:spChg chg="add del">
          <ac:chgData name="Khondker, Misal S" userId="S::khondkms01@buffalostate.edu::363f249f-62ab-41c7-9784-115e62e19b06" providerId="AD" clId="Web-{A2F42F8B-9200-C107-0A48-7416FD98C53A}" dt="2024-04-29T20:20:53.855" v="482"/>
          <ac:spMkLst>
            <pc:docMk/>
            <pc:sldMk cId="3017323349" sldId="271"/>
            <ac:spMk id="30" creationId="{43F8A58B-5155-44CE-A5FF-7647B47D0A7A}"/>
          </ac:spMkLst>
        </pc:spChg>
        <pc:spChg chg="add del">
          <ac:chgData name="Khondker, Misal S" userId="S::khondkms01@buffalostate.edu::363f249f-62ab-41c7-9784-115e62e19b06" providerId="AD" clId="Web-{A2F42F8B-9200-C107-0A48-7416FD98C53A}" dt="2024-04-29T20:20:53.855" v="482"/>
          <ac:spMkLst>
            <pc:docMk/>
            <pc:sldMk cId="3017323349" sldId="271"/>
            <ac:spMk id="31" creationId="{443F2ACA-E6D6-4028-82DD-F03C262D5DE6}"/>
          </ac:spMkLst>
        </pc:spChg>
        <pc:spChg chg="add del">
          <ac:chgData name="Khondker, Misal S" userId="S::khondkms01@buffalostate.edu::363f249f-62ab-41c7-9784-115e62e19b06" providerId="AD" clId="Web-{A2F42F8B-9200-C107-0A48-7416FD98C53A}" dt="2024-04-29T20:21:07.168" v="484"/>
          <ac:spMkLst>
            <pc:docMk/>
            <pc:sldMk cId="3017323349" sldId="271"/>
            <ac:spMk id="33" creationId="{D4771268-CB57-404A-9271-370EB28F6090}"/>
          </ac:spMkLst>
        </pc:spChg>
        <pc:spChg chg="add del">
          <ac:chgData name="Khondker, Misal S" userId="S::khondkms01@buffalostate.edu::363f249f-62ab-41c7-9784-115e62e19b06" providerId="AD" clId="Web-{A2F42F8B-9200-C107-0A48-7416FD98C53A}" dt="2024-04-29T20:21:11.168" v="486"/>
          <ac:spMkLst>
            <pc:docMk/>
            <pc:sldMk cId="3017323349" sldId="271"/>
            <ac:spMk id="35" creationId="{BACC6370-2D7E-4714-9D71-7542949D7D5D}"/>
          </ac:spMkLst>
        </pc:spChg>
        <pc:spChg chg="add del">
          <ac:chgData name="Khondker, Misal S" userId="S::khondkms01@buffalostate.edu::363f249f-62ab-41c7-9784-115e62e19b06" providerId="AD" clId="Web-{A2F42F8B-9200-C107-0A48-7416FD98C53A}" dt="2024-04-29T20:21:11.168" v="486"/>
          <ac:spMkLst>
            <pc:docMk/>
            <pc:sldMk cId="3017323349" sldId="271"/>
            <ac:spMk id="36" creationId="{F68B3F68-107C-434F-AA38-110D5EA91B85}"/>
          </ac:spMkLst>
        </pc:spChg>
        <pc:spChg chg="add del">
          <ac:chgData name="Khondker, Misal S" userId="S::khondkms01@buffalostate.edu::363f249f-62ab-41c7-9784-115e62e19b06" providerId="AD" clId="Web-{A2F42F8B-9200-C107-0A48-7416FD98C53A}" dt="2024-04-29T20:21:11.168" v="486"/>
          <ac:spMkLst>
            <pc:docMk/>
            <pc:sldMk cId="3017323349" sldId="271"/>
            <ac:spMk id="37" creationId="{AAD0DBB9-1A4B-4391-81D4-CB19F9AB918A}"/>
          </ac:spMkLst>
        </pc:spChg>
        <pc:spChg chg="add del">
          <ac:chgData name="Khondker, Misal S" userId="S::khondkms01@buffalostate.edu::363f249f-62ab-41c7-9784-115e62e19b06" providerId="AD" clId="Web-{A2F42F8B-9200-C107-0A48-7416FD98C53A}" dt="2024-04-29T20:21:11.168" v="486"/>
          <ac:spMkLst>
            <pc:docMk/>
            <pc:sldMk cId="3017323349" sldId="271"/>
            <ac:spMk id="38" creationId="{063BBA22-50EA-4C4D-BE05-F1CE4E63AA56}"/>
          </ac:spMkLst>
        </pc:spChg>
        <pc:graphicFrameChg chg="add mod ord modGraphic">
          <ac:chgData name="Khondker, Misal S" userId="S::khondkms01@buffalostate.edu::363f249f-62ab-41c7-9784-115e62e19b06" providerId="AD" clId="Web-{A2F42F8B-9200-C107-0A48-7416FD98C53A}" dt="2024-04-29T20:25:43.300" v="499"/>
          <ac:graphicFrameMkLst>
            <pc:docMk/>
            <pc:sldMk cId="3017323349" sldId="271"/>
            <ac:graphicFrameMk id="5" creationId="{A3F59065-87BF-26D9-D676-69D6A899C471}"/>
          </ac:graphicFrameMkLst>
        </pc:graphicFrameChg>
      </pc:sldChg>
      <pc:sldChg chg="modSp new">
        <pc:chgData name="Khondker, Misal S" userId="S::khondkms01@buffalostate.edu::363f249f-62ab-41c7-9784-115e62e19b06" providerId="AD" clId="Web-{A2F42F8B-9200-C107-0A48-7416FD98C53A}" dt="2024-04-29T19:32:09.472" v="60" actId="20577"/>
        <pc:sldMkLst>
          <pc:docMk/>
          <pc:sldMk cId="2444123941" sldId="272"/>
        </pc:sldMkLst>
        <pc:spChg chg="mod">
          <ac:chgData name="Khondker, Misal S" userId="S::khondkms01@buffalostate.edu::363f249f-62ab-41c7-9784-115e62e19b06" providerId="AD" clId="Web-{A2F42F8B-9200-C107-0A48-7416FD98C53A}" dt="2024-04-29T19:32:09.472" v="60" actId="20577"/>
          <ac:spMkLst>
            <pc:docMk/>
            <pc:sldMk cId="2444123941" sldId="272"/>
            <ac:spMk id="2" creationId="{75A47683-D631-151C-6F95-4E4DDB02F929}"/>
          </ac:spMkLst>
        </pc:spChg>
      </pc:sldChg>
      <pc:sldChg chg="addSp delSp modSp new mod setBg">
        <pc:chgData name="Khondker, Misal S" userId="S::khondkms01@buffalostate.edu::363f249f-62ab-41c7-9784-115e62e19b06" providerId="AD" clId="Web-{A2F42F8B-9200-C107-0A48-7416FD98C53A}" dt="2024-04-29T20:21:21.293" v="488"/>
        <pc:sldMkLst>
          <pc:docMk/>
          <pc:sldMk cId="2491895986" sldId="273"/>
        </pc:sldMkLst>
        <pc:spChg chg="mod">
          <ac:chgData name="Khondker, Misal S" userId="S::khondkms01@buffalostate.edu::363f249f-62ab-41c7-9784-115e62e19b06" providerId="AD" clId="Web-{A2F42F8B-9200-C107-0A48-7416FD98C53A}" dt="2024-04-29T20:21:21.293" v="488"/>
          <ac:spMkLst>
            <pc:docMk/>
            <pc:sldMk cId="2491895986" sldId="273"/>
            <ac:spMk id="2" creationId="{43B60528-4D7C-EE5F-8676-39C663CBD595}"/>
          </ac:spMkLst>
        </pc:spChg>
        <pc:spChg chg="del">
          <ac:chgData name="Khondker, Misal S" userId="S::khondkms01@buffalostate.edu::363f249f-62ab-41c7-9784-115e62e19b06" providerId="AD" clId="Web-{A2F42F8B-9200-C107-0A48-7416FD98C53A}" dt="2024-04-29T19:25:42.571" v="18"/>
          <ac:spMkLst>
            <pc:docMk/>
            <pc:sldMk cId="2491895986" sldId="273"/>
            <ac:spMk id="3" creationId="{563CC7BF-291C-3162-46B1-032C602FEF7A}"/>
          </ac:spMkLst>
        </pc:spChg>
        <pc:spChg chg="mod">
          <ac:chgData name="Khondker, Misal S" userId="S::khondkms01@buffalostate.edu::363f249f-62ab-41c7-9784-115e62e19b06" providerId="AD" clId="Web-{A2F42F8B-9200-C107-0A48-7416FD98C53A}" dt="2024-04-29T20:21:21.293" v="488"/>
          <ac:spMkLst>
            <pc:docMk/>
            <pc:sldMk cId="2491895986" sldId="273"/>
            <ac:spMk id="4" creationId="{2618DC77-CFC5-FF36-912C-FD21E8E790A7}"/>
          </ac:spMkLst>
        </pc:spChg>
        <pc:spChg chg="add del mod">
          <ac:chgData name="Khondker, Misal S" userId="S::khondkms01@buffalostate.edu::363f249f-62ab-41c7-9784-115e62e19b06" providerId="AD" clId="Web-{A2F42F8B-9200-C107-0A48-7416FD98C53A}" dt="2024-04-29T19:35:43.259" v="61"/>
          <ac:spMkLst>
            <pc:docMk/>
            <pc:sldMk cId="2491895986" sldId="273"/>
            <ac:spMk id="7" creationId="{2C5883C1-6BBE-2734-28BC-56A1C8AD2D4D}"/>
          </ac:spMkLst>
        </pc:spChg>
        <pc:spChg chg="add del mod">
          <ac:chgData name="Khondker, Misal S" userId="S::khondkms01@buffalostate.edu::363f249f-62ab-41c7-9784-115e62e19b06" providerId="AD" clId="Web-{A2F42F8B-9200-C107-0A48-7416FD98C53A}" dt="2024-04-29T19:35:53.072" v="65"/>
          <ac:spMkLst>
            <pc:docMk/>
            <pc:sldMk cId="2491895986" sldId="273"/>
            <ac:spMk id="10" creationId="{97FC5BA5-0B9F-FE65-3012-A99E876034C5}"/>
          </ac:spMkLst>
        </pc:spChg>
        <pc:spChg chg="add del mod">
          <ac:chgData name="Khondker, Misal S" userId="S::khondkms01@buffalostate.edu::363f249f-62ab-41c7-9784-115e62e19b06" providerId="AD" clId="Web-{A2F42F8B-9200-C107-0A48-7416FD98C53A}" dt="2024-04-29T19:40:57.689" v="70"/>
          <ac:spMkLst>
            <pc:docMk/>
            <pc:sldMk cId="2491895986" sldId="273"/>
            <ac:spMk id="14" creationId="{BF300143-E5C6-F9EF-DB41-52F2DC5A637E}"/>
          </ac:spMkLst>
        </pc:spChg>
        <pc:spChg chg="add del mod">
          <ac:chgData name="Khondker, Misal S" userId="S::khondkms01@buffalostate.edu::363f249f-62ab-41c7-9784-115e62e19b06" providerId="AD" clId="Web-{A2F42F8B-9200-C107-0A48-7416FD98C53A}" dt="2024-04-29T19:41:58.331" v="127"/>
          <ac:spMkLst>
            <pc:docMk/>
            <pc:sldMk cId="2491895986" sldId="273"/>
            <ac:spMk id="17" creationId="{585F5F04-D3B5-181B-9B24-A40CE6FC33A8}"/>
          </ac:spMkLst>
        </pc:spChg>
        <pc:spChg chg="add del">
          <ac:chgData name="Khondker, Misal S" userId="S::khondkms01@buffalostate.edu::363f249f-62ab-41c7-9784-115e62e19b06" providerId="AD" clId="Web-{A2F42F8B-9200-C107-0A48-7416FD98C53A}" dt="2024-04-29T20:21:21.293" v="488"/>
          <ac:spMkLst>
            <pc:docMk/>
            <pc:sldMk cId="2491895986" sldId="273"/>
            <ac:spMk id="24" creationId="{A4E37431-20F0-4DD6-84A9-ED2B644943A2}"/>
          </ac:spMkLst>
        </pc:spChg>
        <pc:spChg chg="add del">
          <ac:chgData name="Khondker, Misal S" userId="S::khondkms01@buffalostate.edu::363f249f-62ab-41c7-9784-115e62e19b06" providerId="AD" clId="Web-{A2F42F8B-9200-C107-0A48-7416FD98C53A}" dt="2024-04-29T20:21:21.293" v="488"/>
          <ac:spMkLst>
            <pc:docMk/>
            <pc:sldMk cId="2491895986" sldId="273"/>
            <ac:spMk id="26" creationId="{0AE98B72-66C6-4AB4-AF0D-BA830DE86393}"/>
          </ac:spMkLst>
        </pc:spChg>
        <pc:spChg chg="add del">
          <ac:chgData name="Khondker, Misal S" userId="S::khondkms01@buffalostate.edu::363f249f-62ab-41c7-9784-115e62e19b06" providerId="AD" clId="Web-{A2F42F8B-9200-C107-0A48-7416FD98C53A}" dt="2024-04-29T20:21:21.293" v="488"/>
          <ac:spMkLst>
            <pc:docMk/>
            <pc:sldMk cId="2491895986" sldId="273"/>
            <ac:spMk id="28" creationId="{407EAFC6-733F-403D-BB4D-05A3A28742F1}"/>
          </ac:spMkLst>
        </pc:spChg>
        <pc:spChg chg="add del">
          <ac:chgData name="Khondker, Misal S" userId="S::khondkms01@buffalostate.edu::363f249f-62ab-41c7-9784-115e62e19b06" providerId="AD" clId="Web-{A2F42F8B-9200-C107-0A48-7416FD98C53A}" dt="2024-04-29T20:21:21.293" v="488"/>
          <ac:spMkLst>
            <pc:docMk/>
            <pc:sldMk cId="2491895986" sldId="273"/>
            <ac:spMk id="30" creationId="{17A36730-4CB0-4F61-AD11-A44C9765833F}"/>
          </ac:spMkLst>
        </pc:spChg>
        <pc:spChg chg="add del">
          <ac:chgData name="Khondker, Misal S" userId="S::khondkms01@buffalostate.edu::363f249f-62ab-41c7-9784-115e62e19b06" providerId="AD" clId="Web-{A2F42F8B-9200-C107-0A48-7416FD98C53A}" dt="2024-04-29T20:21:21.293" v="488"/>
          <ac:spMkLst>
            <pc:docMk/>
            <pc:sldMk cId="2491895986" sldId="273"/>
            <ac:spMk id="32" creationId="{C69C79E1-F916-4929-A4F3-DE763D4BFA57}"/>
          </ac:spMkLst>
        </pc:spChg>
        <pc:spChg chg="add del">
          <ac:chgData name="Khondker, Misal S" userId="S::khondkms01@buffalostate.edu::363f249f-62ab-41c7-9784-115e62e19b06" providerId="AD" clId="Web-{A2F42F8B-9200-C107-0A48-7416FD98C53A}" dt="2024-04-29T20:21:21.293" v="488"/>
          <ac:spMkLst>
            <pc:docMk/>
            <pc:sldMk cId="2491895986" sldId="273"/>
            <ac:spMk id="34" creationId="{767334AB-16BD-4EC7-8C6B-4B5171600933}"/>
          </ac:spMkLst>
        </pc:spChg>
        <pc:graphicFrameChg chg="add del mod ord modGraphic">
          <ac:chgData name="Khondker, Misal S" userId="S::khondkms01@buffalostate.edu::363f249f-62ab-41c7-9784-115e62e19b06" providerId="AD" clId="Web-{A2F42F8B-9200-C107-0A48-7416FD98C53A}" dt="2024-04-29T19:26:21.603" v="44"/>
          <ac:graphicFrameMkLst>
            <pc:docMk/>
            <pc:sldMk cId="2491895986" sldId="273"/>
            <ac:graphicFrameMk id="5" creationId="{92C93879-7F69-00C9-1C44-4FDD67E05B41}"/>
          </ac:graphicFrameMkLst>
        </pc:graphicFrameChg>
        <pc:graphicFrameChg chg="add del mod ord modGraphic">
          <ac:chgData name="Khondker, Misal S" userId="S::khondkms01@buffalostate.edu::363f249f-62ab-41c7-9784-115e62e19b06" providerId="AD" clId="Web-{A2F42F8B-9200-C107-0A48-7416FD98C53A}" dt="2024-04-29T19:35:49.915" v="64"/>
          <ac:graphicFrameMkLst>
            <pc:docMk/>
            <pc:sldMk cId="2491895986" sldId="273"/>
            <ac:graphicFrameMk id="8" creationId="{4F860637-FDBC-5EEB-6FCD-EE6CA03342A3}"/>
          </ac:graphicFrameMkLst>
        </pc:graphicFrameChg>
        <pc:graphicFrameChg chg="add del mod ord modGraphic">
          <ac:chgData name="Khondker, Misal S" userId="S::khondkms01@buffalostate.edu::363f249f-62ab-41c7-9784-115e62e19b06" providerId="AD" clId="Web-{A2F42F8B-9200-C107-0A48-7416FD98C53A}" dt="2024-04-29T19:40:08.610" v="69"/>
          <ac:graphicFrameMkLst>
            <pc:docMk/>
            <pc:sldMk cId="2491895986" sldId="273"/>
            <ac:graphicFrameMk id="12" creationId="{78C86DA1-CD1B-CD22-138C-7CEFD189D098}"/>
          </ac:graphicFrameMkLst>
        </pc:graphicFrameChg>
        <pc:graphicFrameChg chg="add del mod ord modGraphic">
          <ac:chgData name="Khondker, Misal S" userId="S::khondkms01@buffalostate.edu::363f249f-62ab-41c7-9784-115e62e19b06" providerId="AD" clId="Web-{A2F42F8B-9200-C107-0A48-7416FD98C53A}" dt="2024-04-29T19:41:53.222" v="126"/>
          <ac:graphicFrameMkLst>
            <pc:docMk/>
            <pc:sldMk cId="2491895986" sldId="273"/>
            <ac:graphicFrameMk id="15" creationId="{CA0FE099-158C-8017-00E0-F5A09E56B562}"/>
          </ac:graphicFrameMkLst>
        </pc:graphicFrameChg>
        <pc:graphicFrameChg chg="add mod ord modGraphic">
          <ac:chgData name="Khondker, Misal S" userId="S::khondkms01@buffalostate.edu::363f249f-62ab-41c7-9784-115e62e19b06" providerId="AD" clId="Web-{A2F42F8B-9200-C107-0A48-7416FD98C53A}" dt="2024-04-29T20:21:21.293" v="488"/>
          <ac:graphicFrameMkLst>
            <pc:docMk/>
            <pc:sldMk cId="2491895986" sldId="273"/>
            <ac:graphicFrameMk id="19" creationId="{9BED4080-4E62-CBDE-CDFB-5D67873F9F8A}"/>
          </ac:graphicFrameMkLst>
        </pc:graphicFrameChg>
      </pc:sldChg>
    </pc:docChg>
  </pc:docChgLst>
  <pc:docChgLst>
    <pc:chgData name="Khondker, Misal S" userId="S::khondkms01@buffalostate.edu::363f249f-62ab-41c7-9784-115e62e19b06" providerId="AD" clId="Web-{3141D20B-CEDE-A5C1-85B9-07D4C0FD4075}"/>
    <pc:docChg chg="addSld delSld modSld">
      <pc:chgData name="Khondker, Misal S" userId="S::khondkms01@buffalostate.edu::363f249f-62ab-41c7-9784-115e62e19b06" providerId="AD" clId="Web-{3141D20B-CEDE-A5C1-85B9-07D4C0FD4075}" dt="2024-04-30T05:18:31.988" v="107" actId="1076"/>
      <pc:docMkLst>
        <pc:docMk/>
      </pc:docMkLst>
      <pc:sldChg chg="modSp">
        <pc:chgData name="Khondker, Misal S" userId="S::khondkms01@buffalostate.edu::363f249f-62ab-41c7-9784-115e62e19b06" providerId="AD" clId="Web-{3141D20B-CEDE-A5C1-85B9-07D4C0FD4075}" dt="2024-04-30T05:16:36.953" v="103" actId="1076"/>
        <pc:sldMkLst>
          <pc:docMk/>
          <pc:sldMk cId="3017323349" sldId="271"/>
        </pc:sldMkLst>
        <pc:graphicFrameChg chg="mod">
          <ac:chgData name="Khondker, Misal S" userId="S::khondkms01@buffalostate.edu::363f249f-62ab-41c7-9784-115e62e19b06" providerId="AD" clId="Web-{3141D20B-CEDE-A5C1-85B9-07D4C0FD4075}" dt="2024-04-30T05:16:36.953" v="103" actId="1076"/>
          <ac:graphicFrameMkLst>
            <pc:docMk/>
            <pc:sldMk cId="3017323349" sldId="271"/>
            <ac:graphicFrameMk id="4" creationId="{89449CC2-7390-4622-2AB8-9641DB8AC749}"/>
          </ac:graphicFrameMkLst>
        </pc:graphicFrameChg>
      </pc:sldChg>
      <pc:sldChg chg="addSp delSp modSp mod setBg modClrScheme chgLayout">
        <pc:chgData name="Khondker, Misal S" userId="S::khondkms01@buffalostate.edu::363f249f-62ab-41c7-9784-115e62e19b06" providerId="AD" clId="Web-{3141D20B-CEDE-A5C1-85B9-07D4C0FD4075}" dt="2024-04-30T05:18:31.988" v="107" actId="1076"/>
        <pc:sldMkLst>
          <pc:docMk/>
          <pc:sldMk cId="2444123941" sldId="272"/>
        </pc:sldMkLst>
        <pc:spChg chg="mod ord">
          <ac:chgData name="Khondker, Misal S" userId="S::khondkms01@buffalostate.edu::363f249f-62ab-41c7-9784-115e62e19b06" providerId="AD" clId="Web-{3141D20B-CEDE-A5C1-85B9-07D4C0FD4075}" dt="2024-04-30T05:15:21.779" v="101"/>
          <ac:spMkLst>
            <pc:docMk/>
            <pc:sldMk cId="2444123941" sldId="272"/>
            <ac:spMk id="2" creationId="{75A47683-D631-151C-6F95-4E4DDB02F929}"/>
          </ac:spMkLst>
        </pc:spChg>
        <pc:spChg chg="mod ord">
          <ac:chgData name="Khondker, Misal S" userId="S::khondkms01@buffalostate.edu::363f249f-62ab-41c7-9784-115e62e19b06" providerId="AD" clId="Web-{3141D20B-CEDE-A5C1-85B9-07D4C0FD4075}" dt="2024-04-30T05:18:11.831" v="104" actId="14100"/>
          <ac:spMkLst>
            <pc:docMk/>
            <pc:sldMk cId="2444123941" sldId="272"/>
            <ac:spMk id="3" creationId="{3AA99717-7BD9-17BA-65E3-242ACA5D1CDC}"/>
          </ac:spMkLst>
        </pc:spChg>
        <pc:spChg chg="add mod ord">
          <ac:chgData name="Khondker, Misal S" userId="S::khondkms01@buffalostate.edu::363f249f-62ab-41c7-9784-115e62e19b06" providerId="AD" clId="Web-{3141D20B-CEDE-A5C1-85B9-07D4C0FD4075}" dt="2024-04-30T05:18:31.988" v="107" actId="1076"/>
          <ac:spMkLst>
            <pc:docMk/>
            <pc:sldMk cId="2444123941" sldId="272"/>
            <ac:spMk id="4" creationId="{025ECC13-F2A2-E9EA-6EB5-3B8BED755F05}"/>
          </ac:spMkLst>
        </pc:spChg>
        <pc:spChg chg="del mod">
          <ac:chgData name="Khondker, Misal S" userId="S::khondkms01@buffalostate.edu::363f249f-62ab-41c7-9784-115e62e19b06" providerId="AD" clId="Web-{3141D20B-CEDE-A5C1-85B9-07D4C0FD4075}" dt="2024-04-30T05:09:35.581" v="10"/>
          <ac:spMkLst>
            <pc:docMk/>
            <pc:sldMk cId="2444123941" sldId="272"/>
            <ac:spMk id="5" creationId="{612C62E6-2978-EDAD-D3FD-BF22E610835E}"/>
          </ac:spMkLst>
        </pc:spChg>
        <pc:spChg chg="add del">
          <ac:chgData name="Khondker, Misal S" userId="S::khondkms01@buffalostate.edu::363f249f-62ab-41c7-9784-115e62e19b06" providerId="AD" clId="Web-{3141D20B-CEDE-A5C1-85B9-07D4C0FD4075}" dt="2024-04-30T05:15:21.764" v="100"/>
          <ac:spMkLst>
            <pc:docMk/>
            <pc:sldMk cId="2444123941" sldId="272"/>
            <ac:spMk id="12" creationId="{F68B3F68-107C-434F-AA38-110D5EA91B85}"/>
          </ac:spMkLst>
        </pc:spChg>
        <pc:spChg chg="add del">
          <ac:chgData name="Khondker, Misal S" userId="S::khondkms01@buffalostate.edu::363f249f-62ab-41c7-9784-115e62e19b06" providerId="AD" clId="Web-{3141D20B-CEDE-A5C1-85B9-07D4C0FD4075}" dt="2024-04-30T05:15:21.764" v="100"/>
          <ac:spMkLst>
            <pc:docMk/>
            <pc:sldMk cId="2444123941" sldId="272"/>
            <ac:spMk id="14" creationId="{BACC6370-2D7E-4714-9D71-7542949D7D5D}"/>
          </ac:spMkLst>
        </pc:spChg>
        <pc:spChg chg="add del">
          <ac:chgData name="Khondker, Misal S" userId="S::khondkms01@buffalostate.edu::363f249f-62ab-41c7-9784-115e62e19b06" providerId="AD" clId="Web-{3141D20B-CEDE-A5C1-85B9-07D4C0FD4075}" dt="2024-04-30T05:15:21.764" v="100"/>
          <ac:spMkLst>
            <pc:docMk/>
            <pc:sldMk cId="2444123941" sldId="272"/>
            <ac:spMk id="17" creationId="{AAD0DBB9-1A4B-4391-81D4-CB19F9AB918A}"/>
          </ac:spMkLst>
        </pc:spChg>
        <pc:spChg chg="add del">
          <ac:chgData name="Khondker, Misal S" userId="S::khondkms01@buffalostate.edu::363f249f-62ab-41c7-9784-115e62e19b06" providerId="AD" clId="Web-{3141D20B-CEDE-A5C1-85B9-07D4C0FD4075}" dt="2024-04-30T05:15:21.764" v="100"/>
          <ac:spMkLst>
            <pc:docMk/>
            <pc:sldMk cId="2444123941" sldId="272"/>
            <ac:spMk id="20" creationId="{063BBA22-50EA-4C4D-BE05-F1CE4E63AA56}"/>
          </ac:spMkLst>
        </pc:spChg>
        <pc:spChg chg="add">
          <ac:chgData name="Khondker, Misal S" userId="S::khondkms01@buffalostate.edu::363f249f-62ab-41c7-9784-115e62e19b06" providerId="AD" clId="Web-{3141D20B-CEDE-A5C1-85B9-07D4C0FD4075}" dt="2024-04-30T05:15:21.779" v="101"/>
          <ac:spMkLst>
            <pc:docMk/>
            <pc:sldMk cId="2444123941" sldId="272"/>
            <ac:spMk id="22" creationId="{BACC6370-2D7E-4714-9D71-7542949D7D5D}"/>
          </ac:spMkLst>
        </pc:spChg>
        <pc:spChg chg="add">
          <ac:chgData name="Khondker, Misal S" userId="S::khondkms01@buffalostate.edu::363f249f-62ab-41c7-9784-115e62e19b06" providerId="AD" clId="Web-{3141D20B-CEDE-A5C1-85B9-07D4C0FD4075}" dt="2024-04-30T05:15:21.779" v="101"/>
          <ac:spMkLst>
            <pc:docMk/>
            <pc:sldMk cId="2444123941" sldId="272"/>
            <ac:spMk id="23" creationId="{F68B3F68-107C-434F-AA38-110D5EA91B85}"/>
          </ac:spMkLst>
        </pc:spChg>
        <pc:spChg chg="add">
          <ac:chgData name="Khondker, Misal S" userId="S::khondkms01@buffalostate.edu::363f249f-62ab-41c7-9784-115e62e19b06" providerId="AD" clId="Web-{3141D20B-CEDE-A5C1-85B9-07D4C0FD4075}" dt="2024-04-30T05:15:21.779" v="101"/>
          <ac:spMkLst>
            <pc:docMk/>
            <pc:sldMk cId="2444123941" sldId="272"/>
            <ac:spMk id="24" creationId="{AAD0DBB9-1A4B-4391-81D4-CB19F9AB918A}"/>
          </ac:spMkLst>
        </pc:spChg>
        <pc:spChg chg="add">
          <ac:chgData name="Khondker, Misal S" userId="S::khondkms01@buffalostate.edu::363f249f-62ab-41c7-9784-115e62e19b06" providerId="AD" clId="Web-{3141D20B-CEDE-A5C1-85B9-07D4C0FD4075}" dt="2024-04-30T05:15:21.779" v="101"/>
          <ac:spMkLst>
            <pc:docMk/>
            <pc:sldMk cId="2444123941" sldId="272"/>
            <ac:spMk id="25" creationId="{063BBA22-50EA-4C4D-BE05-F1CE4E63AA56}"/>
          </ac:spMkLst>
        </pc:spChg>
        <pc:graphicFrameChg chg="add mod modGraphic">
          <ac:chgData name="Khondker, Misal S" userId="S::khondkms01@buffalostate.edu::363f249f-62ab-41c7-9784-115e62e19b06" providerId="AD" clId="Web-{3141D20B-CEDE-A5C1-85B9-07D4C0FD4075}" dt="2024-04-30T05:15:21.779" v="101"/>
          <ac:graphicFrameMkLst>
            <pc:docMk/>
            <pc:sldMk cId="2444123941" sldId="272"/>
            <ac:graphicFrameMk id="7" creationId="{8EBCC6DE-5734-CF61-B9A8-83E8A93368F5}"/>
          </ac:graphicFrameMkLst>
        </pc:graphicFrameChg>
        <pc:graphicFrameChg chg="add mod modGraphic">
          <ac:chgData name="Khondker, Misal S" userId="S::khondkms01@buffalostate.edu::363f249f-62ab-41c7-9784-115e62e19b06" providerId="AD" clId="Web-{3141D20B-CEDE-A5C1-85B9-07D4C0FD4075}" dt="2024-04-30T05:15:21.779" v="101"/>
          <ac:graphicFrameMkLst>
            <pc:docMk/>
            <pc:sldMk cId="2444123941" sldId="272"/>
            <ac:graphicFrameMk id="9" creationId="{819FD414-77DC-70C1-D89C-617452E7D6C2}"/>
          </ac:graphicFrameMkLst>
        </pc:graphicFrameChg>
      </pc:sldChg>
      <pc:sldChg chg="addSp delSp modSp new del">
        <pc:chgData name="Khondker, Misal S" userId="S::khondkms01@buffalostate.edu::363f249f-62ab-41c7-9784-115e62e19b06" providerId="AD" clId="Web-{3141D20B-CEDE-A5C1-85B9-07D4C0FD4075}" dt="2024-04-30T05:08:51.799" v="5"/>
        <pc:sldMkLst>
          <pc:docMk/>
          <pc:sldMk cId="2716198150" sldId="274"/>
        </pc:sldMkLst>
        <pc:spChg chg="del">
          <ac:chgData name="Khondker, Misal S" userId="S::khondkms01@buffalostate.edu::363f249f-62ab-41c7-9784-115e62e19b06" providerId="AD" clId="Web-{3141D20B-CEDE-A5C1-85B9-07D4C0FD4075}" dt="2024-04-30T05:07:57.563" v="1"/>
          <ac:spMkLst>
            <pc:docMk/>
            <pc:sldMk cId="2716198150" sldId="274"/>
            <ac:spMk id="3" creationId="{C6A19FDB-16DA-842A-0D9E-6B5BAADBD2FD}"/>
          </ac:spMkLst>
        </pc:spChg>
        <pc:graphicFrameChg chg="add mod ord modGraphic">
          <ac:chgData name="Khondker, Misal S" userId="S::khondkms01@buffalostate.edu::363f249f-62ab-41c7-9784-115e62e19b06" providerId="AD" clId="Web-{3141D20B-CEDE-A5C1-85B9-07D4C0FD4075}" dt="2024-04-30T05:08:35.158" v="4"/>
          <ac:graphicFrameMkLst>
            <pc:docMk/>
            <pc:sldMk cId="2716198150" sldId="274"/>
            <ac:graphicFrameMk id="6" creationId="{FD664B3F-BB4E-8DD4-AAD4-E3BE6560DA53}"/>
          </ac:graphicFrameMkLst>
        </pc:graphicFrameChg>
      </pc:sldChg>
    </pc:docChg>
  </pc:docChgLst>
  <pc:docChgLst>
    <pc:chgData name="Khondker, Misal S" userId="S::khondkms01@buffalostate.edu::363f249f-62ab-41c7-9784-115e62e19b06" providerId="AD" clId="Web-{A9961970-E43A-6311-13AC-B04EAE5866FE}"/>
    <pc:docChg chg="addSld delSld">
      <pc:chgData name="Khondker, Misal S" userId="S::khondkms01@buffalostate.edu::363f249f-62ab-41c7-9784-115e62e19b06" providerId="AD" clId="Web-{A9961970-E43A-6311-13AC-B04EAE5866FE}" dt="2024-05-02T19:05:18.337" v="1"/>
      <pc:docMkLst>
        <pc:docMk/>
      </pc:docMkLst>
      <pc:sldChg chg="new del">
        <pc:chgData name="Khondker, Misal S" userId="S::khondkms01@buffalostate.edu::363f249f-62ab-41c7-9784-115e62e19b06" providerId="AD" clId="Web-{A9961970-E43A-6311-13AC-B04EAE5866FE}" dt="2024-05-02T19:05:18.337" v="1"/>
        <pc:sldMkLst>
          <pc:docMk/>
          <pc:sldMk cId="3193920729" sldId="278"/>
        </pc:sldMkLst>
      </pc:sldChg>
    </pc:docChg>
  </pc:docChgLst>
  <pc:docChgLst>
    <pc:chgData name="Khondker, Misal S" userId="S::khondkms01@buffalostate.edu::363f249f-62ab-41c7-9784-115e62e19b06" providerId="AD" clId="Web-{0D228D44-87D4-5783-A8F8-304E739B7FF5}"/>
    <pc:docChg chg="sldOrd">
      <pc:chgData name="Khondker, Misal S" userId="S::khondkms01@buffalostate.edu::363f249f-62ab-41c7-9784-115e62e19b06" providerId="AD" clId="Web-{0D228D44-87D4-5783-A8F8-304E739B7FF5}" dt="2025-02-04T17:47:36.829" v="1"/>
      <pc:docMkLst>
        <pc:docMk/>
      </pc:docMkLst>
      <pc:sldChg chg="ord">
        <pc:chgData name="Khondker, Misal S" userId="S::khondkms01@buffalostate.edu::363f249f-62ab-41c7-9784-115e62e19b06" providerId="AD" clId="Web-{0D228D44-87D4-5783-A8F8-304E739B7FF5}" dt="2025-02-04T17:47:36.829" v="1"/>
        <pc:sldMkLst>
          <pc:docMk/>
          <pc:sldMk cId="616311466" sldId="277"/>
        </pc:sldMkLst>
      </pc:sldChg>
    </pc:docChg>
  </pc:docChgLst>
  <pc:docChgLst>
    <pc:chgData name="Thompson, Ryan G" userId="S::thompsrg01@buffalostate.edu::7952b2d2-9ba3-426d-857f-a9813517702c" providerId="AD" clId="Web-{2BF6ABF9-7310-37E3-0321-4C87EE52F3DB}"/>
    <pc:docChg chg="modSld">
      <pc:chgData name="Thompson, Ryan G" userId="S::thompsrg01@buffalostate.edu::7952b2d2-9ba3-426d-857f-a9813517702c" providerId="AD" clId="Web-{2BF6ABF9-7310-37E3-0321-4C87EE52F3DB}" dt="2024-04-29T19:42:24.396" v="623"/>
      <pc:docMkLst>
        <pc:docMk/>
      </pc:docMkLst>
      <pc:sldChg chg="addSp delSp modSp">
        <pc:chgData name="Thompson, Ryan G" userId="S::thompsrg01@buffalostate.edu::7952b2d2-9ba3-426d-857f-a9813517702c" providerId="AD" clId="Web-{2BF6ABF9-7310-37E3-0321-4C87EE52F3DB}" dt="2024-04-29T19:42:24.396" v="623"/>
        <pc:sldMkLst>
          <pc:docMk/>
          <pc:sldMk cId="2348693564" sldId="266"/>
        </pc:sldMkLst>
        <pc:graphicFrameChg chg="mod modGraphic">
          <ac:chgData name="Thompson, Ryan G" userId="S::thompsrg01@buffalostate.edu::7952b2d2-9ba3-426d-857f-a9813517702c" providerId="AD" clId="Web-{2BF6ABF9-7310-37E3-0321-4C87EE52F3DB}" dt="2024-04-29T19:42:16.834" v="622"/>
          <ac:graphicFrameMkLst>
            <pc:docMk/>
            <pc:sldMk cId="2348693564" sldId="266"/>
            <ac:graphicFrameMk id="4" creationId="{441AFD05-1716-24E9-2760-5A6738B0FB1B}"/>
          </ac:graphicFrameMkLst>
        </pc:graphicFrameChg>
        <pc:graphicFrameChg chg="add mod">
          <ac:chgData name="Thompson, Ryan G" userId="S::thompsrg01@buffalostate.edu::7952b2d2-9ba3-426d-857f-a9813517702c" providerId="AD" clId="Web-{2BF6ABF9-7310-37E3-0321-4C87EE52F3DB}" dt="2024-04-29T19:42:24.396" v="623"/>
          <ac:graphicFrameMkLst>
            <pc:docMk/>
            <pc:sldMk cId="2348693564" sldId="266"/>
            <ac:graphicFrameMk id="5" creationId="{C5467D52-A6FB-F605-B404-F0B98A3D73CD}"/>
          </ac:graphicFrameMkLst>
        </pc:graphicFrameChg>
        <pc:graphicFrameChg chg="del mod modGraphic">
          <ac:chgData name="Thompson, Ryan G" userId="S::thompsrg01@buffalostate.edu::7952b2d2-9ba3-426d-857f-a9813517702c" providerId="AD" clId="Web-{2BF6ABF9-7310-37E3-0321-4C87EE52F3DB}" dt="2024-04-29T19:06:59.913" v="8"/>
          <ac:graphicFrameMkLst>
            <pc:docMk/>
            <pc:sldMk cId="2348693564" sldId="266"/>
            <ac:graphicFrameMk id="6" creationId="{26AB74DF-6209-9CF4-6DF1-C5E57746AB26}"/>
          </ac:graphicFrameMkLst>
        </pc:graphicFrameChg>
      </pc:sldChg>
    </pc:docChg>
  </pc:docChgLst>
  <pc:docChgLst>
    <pc:chgData name="Thompson, Ryan G" userId="S::thompsrg01@buffalostate.edu::7952b2d2-9ba3-426d-857f-a9813517702c" providerId="AD" clId="Web-{F3319770-898E-8580-9015-77F6D484D475}"/>
    <pc:docChg chg="modSld sldOrd">
      <pc:chgData name="Thompson, Ryan G" userId="S::thompsrg01@buffalostate.edu::7952b2d2-9ba3-426d-857f-a9813517702c" providerId="AD" clId="Web-{F3319770-898E-8580-9015-77F6D484D475}" dt="2024-04-29T19:04:35.410" v="304"/>
      <pc:docMkLst>
        <pc:docMk/>
      </pc:docMkLst>
      <pc:sldChg chg="modSp">
        <pc:chgData name="Thompson, Ryan G" userId="S::thompsrg01@buffalostate.edu::7952b2d2-9ba3-426d-857f-a9813517702c" providerId="AD" clId="Web-{F3319770-898E-8580-9015-77F6D484D475}" dt="2024-04-29T18:35:34.775" v="241" actId="20577"/>
        <pc:sldMkLst>
          <pc:docMk/>
          <pc:sldMk cId="2559103273" sldId="256"/>
        </pc:sldMkLst>
        <pc:spChg chg="mod">
          <ac:chgData name="Thompson, Ryan G" userId="S::thompsrg01@buffalostate.edu::7952b2d2-9ba3-426d-857f-a9813517702c" providerId="AD" clId="Web-{F3319770-898E-8580-9015-77F6D484D475}" dt="2024-04-29T18:35:34.775" v="241" actId="20577"/>
          <ac:spMkLst>
            <pc:docMk/>
            <pc:sldMk cId="2559103273" sldId="256"/>
            <ac:spMk id="2" creationId="{6F209397-20ED-88B3-074A-82E849EBDF66}"/>
          </ac:spMkLst>
        </pc:spChg>
      </pc:sldChg>
      <pc:sldChg chg="addSp modSp mod setBg">
        <pc:chgData name="Thompson, Ryan G" userId="S::thompsrg01@buffalostate.edu::7952b2d2-9ba3-426d-857f-a9813517702c" providerId="AD" clId="Web-{F3319770-898E-8580-9015-77F6D484D475}" dt="2024-04-29T18:39:23.816" v="272" actId="20577"/>
        <pc:sldMkLst>
          <pc:docMk/>
          <pc:sldMk cId="4089240193" sldId="257"/>
        </pc:sldMkLst>
        <pc:spChg chg="mod">
          <ac:chgData name="Thompson, Ryan G" userId="S::thompsrg01@buffalostate.edu::7952b2d2-9ba3-426d-857f-a9813517702c" providerId="AD" clId="Web-{F3319770-898E-8580-9015-77F6D484D475}" dt="2024-04-29T18:38:24.422" v="261" actId="20577"/>
          <ac:spMkLst>
            <pc:docMk/>
            <pc:sldMk cId="4089240193" sldId="257"/>
            <ac:spMk id="2" creationId="{1BA4AAB6-7062-42DC-DF98-9F472F492D5F}"/>
          </ac:spMkLst>
        </pc:spChg>
        <pc:spChg chg="mod">
          <ac:chgData name="Thompson, Ryan G" userId="S::thompsrg01@buffalostate.edu::7952b2d2-9ba3-426d-857f-a9813517702c" providerId="AD" clId="Web-{F3319770-898E-8580-9015-77F6D484D475}" dt="2024-04-29T18:39:23.816" v="272" actId="20577"/>
          <ac:spMkLst>
            <pc:docMk/>
            <pc:sldMk cId="4089240193" sldId="257"/>
            <ac:spMk id="3" creationId="{9233CC04-B0B1-270F-B685-1379F7A48653}"/>
          </ac:spMkLst>
        </pc:spChg>
        <pc:spChg chg="add">
          <ac:chgData name="Thompson, Ryan G" userId="S::thompsrg01@buffalostate.edu::7952b2d2-9ba3-426d-857f-a9813517702c" providerId="AD" clId="Web-{F3319770-898E-8580-9015-77F6D484D475}" dt="2024-04-29T18:18:24.434" v="13"/>
          <ac:spMkLst>
            <pc:docMk/>
            <pc:sldMk cId="4089240193" sldId="257"/>
            <ac:spMk id="9" creationId="{C4285719-470E-454C-AF62-8323075F1F5B}"/>
          </ac:spMkLst>
        </pc:spChg>
        <pc:spChg chg="add">
          <ac:chgData name="Thompson, Ryan G" userId="S::thompsrg01@buffalostate.edu::7952b2d2-9ba3-426d-857f-a9813517702c" providerId="AD" clId="Web-{F3319770-898E-8580-9015-77F6D484D475}" dt="2024-04-29T18:18:24.434" v="13"/>
          <ac:spMkLst>
            <pc:docMk/>
            <pc:sldMk cId="4089240193" sldId="257"/>
            <ac:spMk id="11" creationId="{CD9FE4EF-C4D8-49A0-B2FF-81D8DB7D8A24}"/>
          </ac:spMkLst>
        </pc:spChg>
        <pc:spChg chg="add">
          <ac:chgData name="Thompson, Ryan G" userId="S::thompsrg01@buffalostate.edu::7952b2d2-9ba3-426d-857f-a9813517702c" providerId="AD" clId="Web-{F3319770-898E-8580-9015-77F6D484D475}" dt="2024-04-29T18:18:24.434" v="13"/>
          <ac:spMkLst>
            <pc:docMk/>
            <pc:sldMk cId="4089240193" sldId="257"/>
            <ac:spMk id="13" creationId="{4300840D-0A0B-4512-BACA-B439D5B9C57C}"/>
          </ac:spMkLst>
        </pc:spChg>
        <pc:spChg chg="add">
          <ac:chgData name="Thompson, Ryan G" userId="S::thompsrg01@buffalostate.edu::7952b2d2-9ba3-426d-857f-a9813517702c" providerId="AD" clId="Web-{F3319770-898E-8580-9015-77F6D484D475}" dt="2024-04-29T18:18:24.434" v="13"/>
          <ac:spMkLst>
            <pc:docMk/>
            <pc:sldMk cId="4089240193" sldId="257"/>
            <ac:spMk id="15" creationId="{D2B78728-A580-49A7-84F9-6EF6F583ADE0}"/>
          </ac:spMkLst>
        </pc:spChg>
        <pc:spChg chg="add">
          <ac:chgData name="Thompson, Ryan G" userId="S::thompsrg01@buffalostate.edu::7952b2d2-9ba3-426d-857f-a9813517702c" providerId="AD" clId="Web-{F3319770-898E-8580-9015-77F6D484D475}" dt="2024-04-29T18:18:24.434" v="13"/>
          <ac:spMkLst>
            <pc:docMk/>
            <pc:sldMk cId="4089240193" sldId="257"/>
            <ac:spMk id="17" creationId="{38FAA1A1-D861-433F-88FA-1E9D6FD31D11}"/>
          </ac:spMkLst>
        </pc:spChg>
        <pc:spChg chg="add">
          <ac:chgData name="Thompson, Ryan G" userId="S::thompsrg01@buffalostate.edu::7952b2d2-9ba3-426d-857f-a9813517702c" providerId="AD" clId="Web-{F3319770-898E-8580-9015-77F6D484D475}" dt="2024-04-29T18:18:24.434" v="13"/>
          <ac:spMkLst>
            <pc:docMk/>
            <pc:sldMk cId="4089240193" sldId="257"/>
            <ac:spMk id="19" creationId="{8D71EDA1-87BF-4D5D-AB79-F346FD19278A}"/>
          </ac:spMkLst>
        </pc:spChg>
        <pc:picChg chg="add mod">
          <ac:chgData name="Thompson, Ryan G" userId="S::thompsrg01@buffalostate.edu::7952b2d2-9ba3-426d-857f-a9813517702c" providerId="AD" clId="Web-{F3319770-898E-8580-9015-77F6D484D475}" dt="2024-04-29T18:24:56.982" v="49" actId="1076"/>
          <ac:picMkLst>
            <pc:docMk/>
            <pc:sldMk cId="4089240193" sldId="257"/>
            <ac:picMk id="4" creationId="{528994FB-A828-5A81-9846-E6B531CE44B4}"/>
          </ac:picMkLst>
        </pc:picChg>
      </pc:sldChg>
      <pc:sldChg chg="ord">
        <pc:chgData name="Thompson, Ryan G" userId="S::thompsrg01@buffalostate.edu::7952b2d2-9ba3-426d-857f-a9813517702c" providerId="AD" clId="Web-{F3319770-898E-8580-9015-77F6D484D475}" dt="2024-04-29T18:36:06.338" v="242"/>
        <pc:sldMkLst>
          <pc:docMk/>
          <pc:sldMk cId="1092805477" sldId="258"/>
        </pc:sldMkLst>
      </pc:sldChg>
      <pc:sldChg chg="addSp delSp modSp">
        <pc:chgData name="Thompson, Ryan G" userId="S::thompsrg01@buffalostate.edu::7952b2d2-9ba3-426d-857f-a9813517702c" providerId="AD" clId="Web-{F3319770-898E-8580-9015-77F6D484D475}" dt="2024-04-29T18:37:36.780" v="257"/>
        <pc:sldMkLst>
          <pc:docMk/>
          <pc:sldMk cId="1704301808" sldId="259"/>
        </pc:sldMkLst>
        <pc:spChg chg="mod">
          <ac:chgData name="Thompson, Ryan G" userId="S::thompsrg01@buffalostate.edu::7952b2d2-9ba3-426d-857f-a9813517702c" providerId="AD" clId="Web-{F3319770-898E-8580-9015-77F6D484D475}" dt="2024-04-29T18:36:52.028" v="256" actId="20577"/>
          <ac:spMkLst>
            <pc:docMk/>
            <pc:sldMk cId="1704301808" sldId="259"/>
            <ac:spMk id="2" creationId="{3546F2FF-DB37-9285-D627-1A62ADE43F34}"/>
          </ac:spMkLst>
        </pc:spChg>
        <pc:spChg chg="del">
          <ac:chgData name="Thompson, Ryan G" userId="S::thompsrg01@buffalostate.edu::7952b2d2-9ba3-426d-857f-a9813517702c" providerId="AD" clId="Web-{F3319770-898E-8580-9015-77F6D484D475}" dt="2024-04-29T18:37:36.780" v="257"/>
          <ac:spMkLst>
            <pc:docMk/>
            <pc:sldMk cId="1704301808" sldId="259"/>
            <ac:spMk id="3" creationId="{99193061-1AD3-A117-7DF7-B59846DFE4D7}"/>
          </ac:spMkLst>
        </pc:spChg>
        <pc:picChg chg="add mod ord">
          <ac:chgData name="Thompson, Ryan G" userId="S::thompsrg01@buffalostate.edu::7952b2d2-9ba3-426d-857f-a9813517702c" providerId="AD" clId="Web-{F3319770-898E-8580-9015-77F6D484D475}" dt="2024-04-29T18:37:36.780" v="257"/>
          <ac:picMkLst>
            <pc:docMk/>
            <pc:sldMk cId="1704301808" sldId="259"/>
            <ac:picMk id="4" creationId="{C9B84491-703C-E034-759E-EA609E4A0288}"/>
          </ac:picMkLst>
        </pc:picChg>
      </pc:sldChg>
      <pc:sldChg chg="addSp delSp modSp">
        <pc:chgData name="Thompson, Ryan G" userId="S::thompsrg01@buffalostate.edu::7952b2d2-9ba3-426d-857f-a9813517702c" providerId="AD" clId="Web-{F3319770-898E-8580-9015-77F6D484D475}" dt="2024-04-29T19:04:35.410" v="304"/>
        <pc:sldMkLst>
          <pc:docMk/>
          <pc:sldMk cId="2348693564" sldId="266"/>
        </pc:sldMkLst>
        <pc:spChg chg="mod">
          <ac:chgData name="Thompson, Ryan G" userId="S::thompsrg01@buffalostate.edu::7952b2d2-9ba3-426d-857f-a9813517702c" providerId="AD" clId="Web-{F3319770-898E-8580-9015-77F6D484D475}" dt="2024-04-29T19:00:34.700" v="279" actId="14100"/>
          <ac:spMkLst>
            <pc:docMk/>
            <pc:sldMk cId="2348693564" sldId="266"/>
            <ac:spMk id="2" creationId="{AF98B6C7-0F9E-B54F-A44A-6C6F4416B48C}"/>
          </ac:spMkLst>
        </pc:spChg>
        <pc:spChg chg="del mod">
          <ac:chgData name="Thompson, Ryan G" userId="S::thompsrg01@buffalostate.edu::7952b2d2-9ba3-426d-857f-a9813517702c" providerId="AD" clId="Web-{F3319770-898E-8580-9015-77F6D484D475}" dt="2024-04-29T19:02:59.579" v="282"/>
          <ac:spMkLst>
            <pc:docMk/>
            <pc:sldMk cId="2348693564" sldId="266"/>
            <ac:spMk id="3" creationId="{3E49C8B8-7CE0-32B0-A920-825B4B2AF263}"/>
          </ac:spMkLst>
        </pc:spChg>
        <pc:graphicFrameChg chg="add mod ord modGraphic">
          <ac:chgData name="Thompson, Ryan G" userId="S::thompsrg01@buffalostate.edu::7952b2d2-9ba3-426d-857f-a9813517702c" providerId="AD" clId="Web-{F3319770-898E-8580-9015-77F6D484D475}" dt="2024-04-29T19:04:30.129" v="303"/>
          <ac:graphicFrameMkLst>
            <pc:docMk/>
            <pc:sldMk cId="2348693564" sldId="266"/>
            <ac:graphicFrameMk id="4" creationId="{441AFD05-1716-24E9-2760-5A6738B0FB1B}"/>
          </ac:graphicFrameMkLst>
        </pc:graphicFrameChg>
        <pc:graphicFrameChg chg="add mod">
          <ac:chgData name="Thompson, Ryan G" userId="S::thompsrg01@buffalostate.edu::7952b2d2-9ba3-426d-857f-a9813517702c" providerId="AD" clId="Web-{F3319770-898E-8580-9015-77F6D484D475}" dt="2024-04-29T19:04:35.410" v="304"/>
          <ac:graphicFrameMkLst>
            <pc:docMk/>
            <pc:sldMk cId="2348693564" sldId="266"/>
            <ac:graphicFrameMk id="6" creationId="{26AB74DF-6209-9CF4-6DF1-C5E57746AB26}"/>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A72F7-5CC7-6722-1208-41CF24B621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0B1D71-C40D-AE24-ED63-41A72929C6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1387CF-219D-7076-B998-77FE64F6CF90}"/>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D019015E-E66A-98E5-F62C-46CFBB51F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E5E5C-B31F-D177-F4EA-B600DCFC9664}"/>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99633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1B4A4-8F86-6D8A-1911-C023A00C63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721D87-07F5-E354-F8AC-CFE55F1AA4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46B603-8709-A71F-60DA-F884C29D8562}"/>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52B55E15-FC3E-8D24-FD1D-72523E031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CF0F00-51C8-674F-742E-391998AD9828}"/>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1951915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6F87-933C-2DC6-BC7E-E4F10098A0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E718F9-B38A-BC17-248B-8C8DDCC690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DBFA4A-5E7B-3B8B-88BE-2D5FD22E9B9A}"/>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6FF1BAAB-59C9-06B2-8160-46DBB8B0DC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8ABE7-94BB-5DB1-E3E6-E0932050EED2}"/>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3262408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F85A0-49F1-14E7-2B4C-AAD622E917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2D47C9-8697-389B-F48B-04CDD5E15E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BFA374-96C0-F0CD-C623-D587132E1B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6D166C-661A-AD3D-634F-6AC804748259}"/>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6" name="Footer Placeholder 5">
            <a:extLst>
              <a:ext uri="{FF2B5EF4-FFF2-40B4-BE49-F238E27FC236}">
                <a16:creationId xmlns:a16="http://schemas.microsoft.com/office/drawing/2014/main" id="{AABB380F-FAAF-4F56-F360-318DA835C2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F2CD20-A2C5-EEA2-80A6-AE99FEACD322}"/>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2318840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76901-E876-4288-7E72-0990EF03C6E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8A4E9F-29CB-CCC6-7622-1DBAB144E1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9DFA12-5F8A-8DA2-0ECD-2D3527B1DB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32718-57EC-C22E-BE3E-30018138C6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828116-CFC2-D6B6-81CC-32CE2A0464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DE1081-7161-5754-E9CC-C418DCA23C90}"/>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8" name="Footer Placeholder 7">
            <a:extLst>
              <a:ext uri="{FF2B5EF4-FFF2-40B4-BE49-F238E27FC236}">
                <a16:creationId xmlns:a16="http://schemas.microsoft.com/office/drawing/2014/main" id="{490BCFEC-4F58-0042-0F36-9E7ECE0AE6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9C10270-79AD-F7A3-5DB1-14E147C4BE99}"/>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2997456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A6726-2AB0-4352-A2BA-5BCC306C6F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AE1C84-F10E-2A72-AE5E-26DD6E0F34FB}"/>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4" name="Footer Placeholder 3">
            <a:extLst>
              <a:ext uri="{FF2B5EF4-FFF2-40B4-BE49-F238E27FC236}">
                <a16:creationId xmlns:a16="http://schemas.microsoft.com/office/drawing/2014/main" id="{834BBB27-DB40-C6F9-B904-DDEAD4899F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B8D993-72A5-482C-FF8B-FBF32050A295}"/>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3749490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1B8759-3389-72E6-E617-D47E5200D55E}"/>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3" name="Footer Placeholder 2">
            <a:extLst>
              <a:ext uri="{FF2B5EF4-FFF2-40B4-BE49-F238E27FC236}">
                <a16:creationId xmlns:a16="http://schemas.microsoft.com/office/drawing/2014/main" id="{DACC0168-EF94-9246-89CA-555D9E78D9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15CAC5-9162-2211-2F96-D2D215450E13}"/>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1572116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D00E0-3B18-20C0-E825-8EEF343EBC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923894-23FD-8081-2AEC-A5112BD7F5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5E42A6-AB2A-DDE7-300C-2AB621EF17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89D000-10F7-EEEB-814F-9033440A752A}"/>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6" name="Footer Placeholder 5">
            <a:extLst>
              <a:ext uri="{FF2B5EF4-FFF2-40B4-BE49-F238E27FC236}">
                <a16:creationId xmlns:a16="http://schemas.microsoft.com/office/drawing/2014/main" id="{D44E9640-5D2C-69F0-42A4-65A331441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A6A061-1BD9-E544-DE1E-F5F3FFBB0D80}"/>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1292550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D0AE6-E457-DA17-B420-3344BA359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DC9161-E460-440B-3B42-F577E6F02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D91B68-0FBF-E56C-9C51-E8A97E05E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DEB249-D73A-20A5-72DA-C444597CC897}"/>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6" name="Footer Placeholder 5">
            <a:extLst>
              <a:ext uri="{FF2B5EF4-FFF2-40B4-BE49-F238E27FC236}">
                <a16:creationId xmlns:a16="http://schemas.microsoft.com/office/drawing/2014/main" id="{73205AD2-F312-A664-C469-DC85D405C5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E6DD91-6F25-DCEE-97FB-CEC92C7EB801}"/>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225096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7823-F080-A008-753F-0BE0224546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E90E23-9DBF-F41F-376B-484D7A2F3D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48C1CD-7753-6411-4027-B16FC67A005A}"/>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426F3750-48E7-E955-BEFF-E4EB43796D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17FDD-8076-EB08-E9B5-268CD8BD853B}"/>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4202767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E3C2E0-6608-915D-7D6E-84F5F89463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4065B2-07BF-BA2F-76F6-43C7A0C34E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FB9AB2-E699-C855-D0CC-E3EF291AAC29}"/>
              </a:ext>
            </a:extLst>
          </p:cNvPr>
          <p:cNvSpPr>
            <a:spLocks noGrp="1"/>
          </p:cNvSpPr>
          <p:nvPr>
            <p:ph type="dt" sz="half" idx="10"/>
          </p:nvPr>
        </p:nvSpPr>
        <p:spPr/>
        <p:txBody>
          <a:body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FF36977C-9B06-8DAE-FED2-601E582D6C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DC3A83-9BC4-0933-E4D4-B49E12150124}"/>
              </a:ext>
            </a:extLst>
          </p:cNvPr>
          <p:cNvSpPr>
            <a:spLocks noGrp="1"/>
          </p:cNvSpPr>
          <p:nvPr>
            <p:ph type="sldNum" sz="quarter" idx="12"/>
          </p:nvPr>
        </p:nvSpPr>
        <p:spPr/>
        <p:txBody>
          <a:bodyPr/>
          <a:lstStyle/>
          <a:p>
            <a:fld id="{53B6BE71-20B5-4E2C-B574-D793984A1327}" type="slidenum">
              <a:rPr lang="en-US" smtClean="0"/>
              <a:t>‹#›</a:t>
            </a:fld>
            <a:endParaRPr lang="en-US"/>
          </a:p>
        </p:txBody>
      </p:sp>
    </p:spTree>
    <p:extLst>
      <p:ext uri="{BB962C8B-B14F-4D97-AF65-F5344CB8AC3E}">
        <p14:creationId xmlns:p14="http://schemas.microsoft.com/office/powerpoint/2010/main" val="2516602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8B92F4-27DA-DCA5-FA96-668A397A18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BD4A270-D120-5FA5-2C74-2415B95EC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A5646E-8820-047F-D554-AB4BBDC40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191774-1885-48B8-B52A-592EE16F1CCA}" type="datetimeFigureOut">
              <a:rPr lang="en-US" smtClean="0"/>
              <a:t>2/4/2025</a:t>
            </a:fld>
            <a:endParaRPr lang="en-US"/>
          </a:p>
        </p:txBody>
      </p:sp>
      <p:sp>
        <p:nvSpPr>
          <p:cNvPr id="5" name="Footer Placeholder 4">
            <a:extLst>
              <a:ext uri="{FF2B5EF4-FFF2-40B4-BE49-F238E27FC236}">
                <a16:creationId xmlns:a16="http://schemas.microsoft.com/office/drawing/2014/main" id="{FB67BE02-BAB8-FCD7-3180-BB4B911620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563F4D-4135-8DFE-80B6-7E644823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B6BE71-20B5-4E2C-B574-D793984A1327}" type="slidenum">
              <a:rPr lang="en-US" smtClean="0"/>
              <a:t>‹#›</a:t>
            </a:fld>
            <a:endParaRPr lang="en-US"/>
          </a:p>
        </p:txBody>
      </p:sp>
    </p:spTree>
    <p:extLst>
      <p:ext uri="{BB962C8B-B14F-4D97-AF65-F5344CB8AC3E}">
        <p14:creationId xmlns:p14="http://schemas.microsoft.com/office/powerpoint/2010/main" val="69827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0" name="Rectangle 19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Rectangle 200">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Freeform: Shape 205">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209397-20ED-88B3-074A-82E849EBDF66}"/>
              </a:ext>
            </a:extLst>
          </p:cNvPr>
          <p:cNvSpPr>
            <a:spLocks noGrp="1"/>
          </p:cNvSpPr>
          <p:nvPr>
            <p:ph type="ctrTitle"/>
          </p:nvPr>
        </p:nvSpPr>
        <p:spPr>
          <a:xfrm>
            <a:off x="2748588" y="1922748"/>
            <a:ext cx="6683871" cy="2078611"/>
          </a:xfrm>
        </p:spPr>
        <p:txBody>
          <a:bodyPr vert="horz" lIns="91440" tIns="45720" rIns="91440" bIns="45720" rtlCol="0" anchor="ctr">
            <a:normAutofit/>
          </a:bodyPr>
          <a:lstStyle/>
          <a:p>
            <a:r>
              <a:rPr lang="en-US" sz="4800" b="1">
                <a:solidFill>
                  <a:srgbClr val="FFFFFF"/>
                </a:solidFill>
              </a:rPr>
              <a:t>Group 3</a:t>
            </a:r>
            <a:br>
              <a:rPr lang="en-US" sz="4800" b="1"/>
            </a:br>
            <a:endParaRPr lang="en-US" sz="4800">
              <a:solidFill>
                <a:srgbClr val="FFFFFF"/>
              </a:solidFill>
              <a:ea typeface="Calibri Light" panose="020F0302020204030204"/>
              <a:cs typeface="Calibri Light"/>
            </a:endParaRPr>
          </a:p>
        </p:txBody>
      </p:sp>
      <p:sp>
        <p:nvSpPr>
          <p:cNvPr id="3" name="Subtitle 2">
            <a:extLst>
              <a:ext uri="{FF2B5EF4-FFF2-40B4-BE49-F238E27FC236}">
                <a16:creationId xmlns:a16="http://schemas.microsoft.com/office/drawing/2014/main" id="{0C0097E4-A373-0C2A-1E11-7FE5F2DBC1A1}"/>
              </a:ext>
            </a:extLst>
          </p:cNvPr>
          <p:cNvSpPr>
            <a:spLocks noGrp="1"/>
          </p:cNvSpPr>
          <p:nvPr>
            <p:ph type="subTitle" idx="1"/>
          </p:nvPr>
        </p:nvSpPr>
        <p:spPr>
          <a:xfrm>
            <a:off x="1718094" y="3200638"/>
            <a:ext cx="9078628" cy="1925301"/>
          </a:xfrm>
        </p:spPr>
        <p:txBody>
          <a:bodyPr anchor="ctr">
            <a:normAutofit/>
          </a:bodyPr>
          <a:lstStyle/>
          <a:p>
            <a:r>
              <a:rPr lang="en-US" b="1">
                <a:solidFill>
                  <a:srgbClr val="FFFFFF"/>
                </a:solidFill>
                <a:latin typeface="Calibri Light"/>
                <a:cs typeface="Calibri Light"/>
              </a:rPr>
              <a:t>Abdullah Abadi, </a:t>
            </a:r>
            <a:r>
              <a:rPr lang="en-US" b="1" err="1">
                <a:solidFill>
                  <a:srgbClr val="FFFFFF"/>
                </a:solidFill>
                <a:latin typeface="Calibri Light"/>
                <a:cs typeface="Calibri Light"/>
              </a:rPr>
              <a:t>Jay'Quan</a:t>
            </a:r>
            <a:r>
              <a:rPr lang="en-US" b="1">
                <a:solidFill>
                  <a:srgbClr val="FFFFFF"/>
                </a:solidFill>
                <a:latin typeface="Calibri Light"/>
                <a:cs typeface="Calibri Light"/>
              </a:rPr>
              <a:t> Mason, Keysa Ibrahim, Hamza Baroud, Ryan Thompson, Sidi Cherif, And Misal </a:t>
            </a:r>
            <a:r>
              <a:rPr lang="en-US" b="1" err="1">
                <a:solidFill>
                  <a:srgbClr val="FFFFFF"/>
                </a:solidFill>
                <a:latin typeface="Calibri Light"/>
                <a:cs typeface="Calibri Light"/>
              </a:rPr>
              <a:t>Khondker</a:t>
            </a:r>
            <a:r>
              <a:rPr lang="en-US" b="1">
                <a:solidFill>
                  <a:srgbClr val="FFFFFF"/>
                </a:solidFill>
                <a:latin typeface="Calibri Light"/>
                <a:cs typeface="Calibri Light"/>
              </a:rPr>
              <a:t> </a:t>
            </a:r>
            <a:endParaRPr lang="en-US" b="1">
              <a:latin typeface="Calibri Light"/>
              <a:cs typeface="Calibri Light"/>
            </a:endParaRPr>
          </a:p>
          <a:p>
            <a:r>
              <a:rPr lang="en-US" b="1">
                <a:solidFill>
                  <a:srgbClr val="FFFFFF"/>
                </a:solidFill>
                <a:latin typeface="Calibri Light"/>
                <a:cs typeface="Calibri"/>
              </a:rPr>
              <a:t>CIS 411-Database Systems</a:t>
            </a:r>
            <a:endParaRPr lang="en-US" b="1">
              <a:solidFill>
                <a:srgbClr val="FFFFFF"/>
              </a:solidFill>
              <a:latin typeface="Calibri Light"/>
              <a:ea typeface="Calibri Light"/>
              <a:cs typeface="Calibri"/>
            </a:endParaRPr>
          </a:p>
        </p:txBody>
      </p:sp>
    </p:spTree>
    <p:extLst>
      <p:ext uri="{BB962C8B-B14F-4D97-AF65-F5344CB8AC3E}">
        <p14:creationId xmlns:p14="http://schemas.microsoft.com/office/powerpoint/2010/main" val="2559103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ectangle 1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A4AAB6-7062-42DC-DF98-9F472F492D5F}"/>
              </a:ext>
            </a:extLst>
          </p:cNvPr>
          <p:cNvSpPr>
            <a:spLocks noGrp="1"/>
          </p:cNvSpPr>
          <p:nvPr>
            <p:ph type="title"/>
          </p:nvPr>
        </p:nvSpPr>
        <p:spPr>
          <a:xfrm>
            <a:off x="151412" y="508028"/>
            <a:ext cx="3753158" cy="3663392"/>
          </a:xfrm>
        </p:spPr>
        <p:txBody>
          <a:bodyPr anchor="b">
            <a:normAutofit/>
          </a:bodyPr>
          <a:lstStyle/>
          <a:p>
            <a:pPr algn="ctr"/>
            <a:r>
              <a:rPr lang="en-US" sz="4000" b="1">
                <a:solidFill>
                  <a:srgbClr val="FFFFFF"/>
                </a:solidFill>
              </a:rPr>
              <a:t>Topic:</a:t>
            </a:r>
            <a:r>
              <a:rPr lang="en-US" sz="4000" b="1">
                <a:solidFill>
                  <a:srgbClr val="FFFFFF"/>
                </a:solidFill>
                <a:ea typeface="+mj-lt"/>
                <a:cs typeface="+mj-lt"/>
              </a:rPr>
              <a:t> </a:t>
            </a:r>
            <a:br>
              <a:rPr lang="en-US" sz="4000" b="1">
                <a:ea typeface="+mj-lt"/>
                <a:cs typeface="+mj-lt"/>
              </a:rPr>
            </a:br>
            <a:r>
              <a:rPr lang="en-US" sz="4000" b="1">
                <a:solidFill>
                  <a:srgbClr val="FFFFFF"/>
                </a:solidFill>
                <a:ea typeface="+mj-lt"/>
                <a:cs typeface="+mj-lt"/>
              </a:rPr>
              <a:t>National Basketball Association</a:t>
            </a:r>
            <a:r>
              <a:rPr lang="en-US" sz="4000" b="1">
                <a:solidFill>
                  <a:srgbClr val="FFFFFF"/>
                </a:solidFill>
              </a:rPr>
              <a:t> </a:t>
            </a:r>
            <a:br>
              <a:rPr lang="en-US" sz="4000" b="1"/>
            </a:br>
            <a:r>
              <a:rPr lang="en-US" sz="2800" b="1">
                <a:solidFill>
                  <a:srgbClr val="FFFFFF"/>
                </a:solidFill>
                <a:cs typeface="Calibri Light"/>
              </a:rPr>
              <a:t>(Basketball Database)</a:t>
            </a:r>
            <a:endParaRPr lang="en-US" sz="2800" b="1">
              <a:ea typeface="Calibri Light"/>
              <a:cs typeface="Calibri Light"/>
            </a:endParaRPr>
          </a:p>
        </p:txBody>
      </p:sp>
      <p:sp>
        <p:nvSpPr>
          <p:cNvPr id="3" name="Content Placeholder 2">
            <a:extLst>
              <a:ext uri="{FF2B5EF4-FFF2-40B4-BE49-F238E27FC236}">
                <a16:creationId xmlns:a16="http://schemas.microsoft.com/office/drawing/2014/main" id="{9233CC04-B0B1-270F-B685-1379F7A48653}"/>
              </a:ext>
            </a:extLst>
          </p:cNvPr>
          <p:cNvSpPr>
            <a:spLocks noGrp="1"/>
          </p:cNvSpPr>
          <p:nvPr>
            <p:ph idx="1"/>
          </p:nvPr>
        </p:nvSpPr>
        <p:spPr>
          <a:xfrm>
            <a:off x="4213865" y="219387"/>
            <a:ext cx="4799614" cy="6445649"/>
          </a:xfrm>
        </p:spPr>
        <p:txBody>
          <a:bodyPr anchor="ctr">
            <a:normAutofit/>
          </a:bodyPr>
          <a:lstStyle/>
          <a:p>
            <a:pPr marL="0" indent="0">
              <a:buNone/>
            </a:pPr>
            <a:r>
              <a:rPr lang="en-US" sz="2000">
                <a:ea typeface="Calibri" panose="020F0502020204030204"/>
                <a:cs typeface="Calibri" panose="020F0502020204030204"/>
              </a:rPr>
              <a:t>                  Our Database will...</a:t>
            </a:r>
          </a:p>
          <a:p>
            <a:endParaRPr lang="en-US" sz="2000">
              <a:ea typeface="Calibri" panose="020F0502020204030204"/>
              <a:cs typeface="Calibri" panose="020F0502020204030204"/>
            </a:endParaRPr>
          </a:p>
          <a:p>
            <a:r>
              <a:rPr lang="en-US" sz="2000"/>
              <a:t>Retrieve all primary keys such as </a:t>
            </a:r>
            <a:r>
              <a:rPr lang="en-US" sz="2000" u="sng"/>
              <a:t>Players</a:t>
            </a:r>
            <a:r>
              <a:rPr lang="en-US" sz="2000"/>
              <a:t>, </a:t>
            </a:r>
            <a:r>
              <a:rPr lang="en-US" sz="2000" u="sng"/>
              <a:t>Teams, Coaches, Stats</a:t>
            </a:r>
            <a:r>
              <a:rPr lang="en-US" sz="2000"/>
              <a:t>, and </a:t>
            </a:r>
            <a:r>
              <a:rPr lang="en-US" sz="2000" u="sng"/>
              <a:t>Leagues</a:t>
            </a:r>
            <a:r>
              <a:rPr lang="en-US" sz="2000"/>
              <a:t> Data.</a:t>
            </a:r>
            <a:endParaRPr lang="en-US" sz="2000">
              <a:ea typeface="Calibri"/>
              <a:cs typeface="Calibri"/>
            </a:endParaRPr>
          </a:p>
          <a:p>
            <a:r>
              <a:rPr lang="en-US" sz="2000"/>
              <a:t>Distribute all attributes of a specific </a:t>
            </a:r>
            <a:r>
              <a:rPr lang="en-US" sz="2000" u="sng"/>
              <a:t>Player</a:t>
            </a:r>
            <a:r>
              <a:rPr lang="en-US" sz="2000"/>
              <a:t>/</a:t>
            </a:r>
            <a:r>
              <a:rPr lang="en-US" sz="2000" u="sng"/>
              <a:t>Team.</a:t>
            </a:r>
            <a:endParaRPr lang="en-US" sz="2000">
              <a:ea typeface="Calibri"/>
              <a:cs typeface="Calibri"/>
            </a:endParaRPr>
          </a:p>
          <a:p>
            <a:r>
              <a:rPr lang="en-US" sz="2000"/>
              <a:t>Represent</a:t>
            </a:r>
            <a:r>
              <a:rPr lang="en-US" sz="2000">
                <a:ea typeface="Calibri" panose="020F0502020204030204"/>
                <a:cs typeface="Calibri" panose="020F0502020204030204"/>
              </a:rPr>
              <a:t> the connection of all queries by teams.</a:t>
            </a:r>
            <a:endParaRPr lang="en-US">
              <a:ea typeface="Calibri"/>
              <a:cs typeface="Calibri"/>
            </a:endParaRPr>
          </a:p>
          <a:p>
            <a:r>
              <a:rPr lang="en-US" sz="2000">
                <a:ea typeface="Calibri" panose="020F0502020204030204"/>
                <a:cs typeface="Calibri" panose="020F0502020204030204"/>
              </a:rPr>
              <a:t>Show our one-to-many, many-to-none, many-to-many relationships.</a:t>
            </a:r>
          </a:p>
          <a:p>
            <a:endParaRPr lang="en-US" sz="2000">
              <a:ea typeface="Calibri" panose="020F0502020204030204"/>
              <a:cs typeface="Calibri" panose="020F0502020204030204"/>
            </a:endParaRPr>
          </a:p>
          <a:p>
            <a:endParaRPr lang="en-US" sz="2000">
              <a:ea typeface="Calibri" panose="020F0502020204030204"/>
              <a:cs typeface="Calibri" panose="020F0502020204030204"/>
            </a:endParaRPr>
          </a:p>
        </p:txBody>
      </p:sp>
      <p:pic>
        <p:nvPicPr>
          <p:cNvPr id="4" name="Picture 3" descr="A logo of a basketball player&#10;&#10;Description automatically generated">
            <a:extLst>
              <a:ext uri="{FF2B5EF4-FFF2-40B4-BE49-F238E27FC236}">
                <a16:creationId xmlns:a16="http://schemas.microsoft.com/office/drawing/2014/main" id="{528994FB-A828-5A81-9846-E6B531CE44B4}"/>
              </a:ext>
            </a:extLst>
          </p:cNvPr>
          <p:cNvPicPr>
            <a:picLocks noChangeAspect="1"/>
          </p:cNvPicPr>
          <p:nvPr/>
        </p:nvPicPr>
        <p:blipFill>
          <a:blip r:embed="rId2"/>
          <a:stretch>
            <a:fillRect/>
          </a:stretch>
        </p:blipFill>
        <p:spPr>
          <a:xfrm>
            <a:off x="9013600" y="1920927"/>
            <a:ext cx="3004170" cy="2994144"/>
          </a:xfrm>
          <a:prstGeom prst="rect">
            <a:avLst/>
          </a:prstGeom>
        </p:spPr>
      </p:pic>
    </p:spTree>
    <p:extLst>
      <p:ext uri="{BB962C8B-B14F-4D97-AF65-F5344CB8AC3E}">
        <p14:creationId xmlns:p14="http://schemas.microsoft.com/office/powerpoint/2010/main" val="4089240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3E4D93-ECD1-DC91-C87C-8D1620CC38AD}"/>
              </a:ext>
            </a:extLst>
          </p:cNvPr>
          <p:cNvSpPr>
            <a:spLocks noGrp="1"/>
          </p:cNvSpPr>
          <p:nvPr>
            <p:ph type="title"/>
          </p:nvPr>
        </p:nvSpPr>
        <p:spPr>
          <a:xfrm>
            <a:off x="1371599" y="294538"/>
            <a:ext cx="9895951" cy="1033669"/>
          </a:xfrm>
        </p:spPr>
        <p:txBody>
          <a:bodyPr>
            <a:normAutofit/>
          </a:bodyPr>
          <a:lstStyle/>
          <a:p>
            <a:pPr algn="ctr"/>
            <a:r>
              <a:rPr lang="en-US" sz="4000" b="1">
                <a:solidFill>
                  <a:srgbClr val="FFFFFF"/>
                </a:solidFill>
                <a:ea typeface="+mj-lt"/>
                <a:cs typeface="+mj-lt"/>
              </a:rPr>
              <a:t>Narrative Description</a:t>
            </a:r>
            <a:endParaRPr lang="en-US" sz="4000" b="1">
              <a:solidFill>
                <a:srgbClr val="FFFFFF"/>
              </a:solidFill>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86C3948D-9549-5652-86DB-45264E26D1F5}"/>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buNone/>
            </a:pPr>
            <a:r>
              <a:rPr lang="en-US" sz="3200">
                <a:latin typeface="Calibri Light"/>
                <a:ea typeface="Calibri"/>
                <a:cs typeface="Calibri"/>
              </a:rPr>
              <a:t>Our database is a </a:t>
            </a:r>
            <a:r>
              <a:rPr lang="en-US" sz="3200">
                <a:latin typeface="Calibri Light"/>
                <a:ea typeface="+mn-lt"/>
                <a:cs typeface="+mn-lt"/>
              </a:rPr>
              <a:t>application being created for the NBA or for couches to contract players based on their stats by giving a data set based on player statistics, and historical performance data to inform strategic decisions and optimize revenue streams. This data can also be used to create applications and websites that can be tailed for fantasy sport fans.</a:t>
            </a:r>
          </a:p>
        </p:txBody>
      </p:sp>
    </p:spTree>
    <p:extLst>
      <p:ext uri="{BB962C8B-B14F-4D97-AF65-F5344CB8AC3E}">
        <p14:creationId xmlns:p14="http://schemas.microsoft.com/office/powerpoint/2010/main" val="1438106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98B6C7-0F9E-B54F-A44A-6C6F4416B48C}"/>
              </a:ext>
            </a:extLst>
          </p:cNvPr>
          <p:cNvSpPr>
            <a:spLocks noGrp="1"/>
          </p:cNvSpPr>
          <p:nvPr>
            <p:ph type="title"/>
          </p:nvPr>
        </p:nvSpPr>
        <p:spPr>
          <a:xfrm>
            <a:off x="1371597" y="348865"/>
            <a:ext cx="10044023" cy="877729"/>
          </a:xfrm>
        </p:spPr>
        <p:txBody>
          <a:bodyPr vert="horz" lIns="91440" tIns="45720" rIns="91440" bIns="45720" rtlCol="0" anchor="ctr">
            <a:normAutofit/>
          </a:bodyPr>
          <a:lstStyle/>
          <a:p>
            <a:pPr algn="ctr"/>
            <a:r>
              <a:rPr lang="en-US" sz="4000" b="1">
                <a:solidFill>
                  <a:srgbClr val="FFFFFF"/>
                </a:solidFill>
                <a:ea typeface="Calibri Light"/>
                <a:cs typeface="Calibri Light"/>
              </a:rPr>
              <a:t>Relational Schema for Entities and Relationships.</a:t>
            </a:r>
            <a:endParaRPr lang="en-US"/>
          </a:p>
        </p:txBody>
      </p:sp>
      <p:graphicFrame>
        <p:nvGraphicFramePr>
          <p:cNvPr id="4" name="Content Placeholder 3">
            <a:extLst>
              <a:ext uri="{FF2B5EF4-FFF2-40B4-BE49-F238E27FC236}">
                <a16:creationId xmlns:a16="http://schemas.microsoft.com/office/drawing/2014/main" id="{441AFD05-1716-24E9-2760-5A6738B0FB1B}"/>
              </a:ext>
            </a:extLst>
          </p:cNvPr>
          <p:cNvGraphicFramePr>
            <a:graphicFrameLocks noGrp="1"/>
          </p:cNvGraphicFramePr>
          <p:nvPr>
            <p:ph idx="1"/>
            <p:extLst>
              <p:ext uri="{D42A27DB-BD31-4B8C-83A1-F6EECF244321}">
                <p14:modId xmlns:p14="http://schemas.microsoft.com/office/powerpoint/2010/main" val="2221904521"/>
              </p:ext>
            </p:extLst>
          </p:nvPr>
        </p:nvGraphicFramePr>
        <p:xfrm>
          <a:off x="1398402" y="2112579"/>
          <a:ext cx="9419136" cy="4500853"/>
        </p:xfrm>
        <a:graphic>
          <a:graphicData uri="http://schemas.openxmlformats.org/drawingml/2006/table">
            <a:tbl>
              <a:tblPr firstRow="1" bandRow="1">
                <a:tableStyleId>{BC89EF96-8CEA-46FF-86C4-4CE0E7609802}</a:tableStyleId>
              </a:tblPr>
              <a:tblGrid>
                <a:gridCol w="2349999">
                  <a:extLst>
                    <a:ext uri="{9D8B030D-6E8A-4147-A177-3AD203B41FA5}">
                      <a16:colId xmlns:a16="http://schemas.microsoft.com/office/drawing/2014/main" val="3980041796"/>
                    </a:ext>
                  </a:extLst>
                </a:gridCol>
                <a:gridCol w="7069137">
                  <a:extLst>
                    <a:ext uri="{9D8B030D-6E8A-4147-A177-3AD203B41FA5}">
                      <a16:colId xmlns:a16="http://schemas.microsoft.com/office/drawing/2014/main" val="4271005707"/>
                    </a:ext>
                  </a:extLst>
                </a:gridCol>
              </a:tblGrid>
              <a:tr h="912552">
                <a:tc>
                  <a:txBody>
                    <a:bodyPr/>
                    <a:lstStyle/>
                    <a:p>
                      <a:r>
                        <a:rPr lang="en-US" sz="2400"/>
                        <a:t>Leagues</a:t>
                      </a:r>
                    </a:p>
                  </a:txBody>
                  <a:tcPr marL="123318" marR="123318" marT="61659" marB="61659"/>
                </a:tc>
                <a:tc>
                  <a:txBody>
                    <a:bodyPr/>
                    <a:lstStyle/>
                    <a:p>
                      <a:r>
                        <a:rPr lang="en-US" sz="2400" u="sng"/>
                        <a:t>Conference-ID, </a:t>
                      </a:r>
                      <a:r>
                        <a:rPr lang="en-US" sz="2400" b="0" u="none"/>
                        <a:t>Conference, (Eastern, Western)</a:t>
                      </a:r>
                      <a:endParaRPr lang="en-US" sz="2400" b="0"/>
                    </a:p>
                    <a:p>
                      <a:pPr lvl="0">
                        <a:buNone/>
                      </a:pPr>
                      <a:endParaRPr lang="en-US" sz="2400" u="none"/>
                    </a:p>
                  </a:txBody>
                  <a:tcPr marL="123318" marR="123318" marT="61659" marB="61659"/>
                </a:tc>
                <a:extLst>
                  <a:ext uri="{0D108BD9-81ED-4DB2-BD59-A6C34878D82A}">
                    <a16:rowId xmlns:a16="http://schemas.microsoft.com/office/drawing/2014/main" val="4260735574"/>
                  </a:ext>
                </a:extLst>
              </a:tr>
              <a:tr h="542599">
                <a:tc>
                  <a:txBody>
                    <a:bodyPr/>
                    <a:lstStyle/>
                    <a:p>
                      <a:r>
                        <a:rPr lang="en-US" sz="2400"/>
                        <a:t>Coaches</a:t>
                      </a:r>
                    </a:p>
                  </a:txBody>
                  <a:tcPr marL="123318" marR="123318" marT="61659" marB="61659"/>
                </a:tc>
                <a:tc>
                  <a:txBody>
                    <a:bodyPr/>
                    <a:lstStyle/>
                    <a:p>
                      <a:r>
                        <a:rPr lang="en-US" sz="2400" b="1" u="sng"/>
                        <a:t>Coach Name</a:t>
                      </a:r>
                      <a:r>
                        <a:rPr lang="en-US" sz="2400" u="sng"/>
                        <a:t> (</a:t>
                      </a:r>
                      <a:r>
                        <a:rPr lang="en-US" sz="2400"/>
                        <a:t>(First, Last), Teams-ID))</a:t>
                      </a:r>
                    </a:p>
                  </a:txBody>
                  <a:tcPr marL="123318" marR="123318" marT="61659" marB="61659"/>
                </a:tc>
                <a:extLst>
                  <a:ext uri="{0D108BD9-81ED-4DB2-BD59-A6C34878D82A}">
                    <a16:rowId xmlns:a16="http://schemas.microsoft.com/office/drawing/2014/main" val="1898445515"/>
                  </a:ext>
                </a:extLst>
              </a:tr>
              <a:tr h="912552">
                <a:tc>
                  <a:txBody>
                    <a:bodyPr/>
                    <a:lstStyle/>
                    <a:p>
                      <a:r>
                        <a:rPr lang="en-US" sz="2400"/>
                        <a:t>Teams</a:t>
                      </a:r>
                    </a:p>
                  </a:txBody>
                  <a:tcPr marL="123318" marR="123318" marT="61659" marB="61659"/>
                </a:tc>
                <a:tc>
                  <a:txBody>
                    <a:bodyPr/>
                    <a:lstStyle/>
                    <a:p>
                      <a:r>
                        <a:rPr lang="en-US" sz="2400" b="1" u="sng"/>
                        <a:t>Team-ID,</a:t>
                      </a:r>
                      <a:r>
                        <a:rPr lang="en-US" sz="2400" u="none"/>
                        <a:t> Teams, Ranking, (Conference-ID(Con-1, Con-2))</a:t>
                      </a:r>
                    </a:p>
                    <a:p>
                      <a:pPr lvl="0">
                        <a:buNone/>
                      </a:pPr>
                      <a:endParaRPr lang="en-US" sz="2400"/>
                    </a:p>
                  </a:txBody>
                  <a:tcPr marL="123318" marR="123318" marT="61659" marB="61659"/>
                </a:tc>
                <a:extLst>
                  <a:ext uri="{0D108BD9-81ED-4DB2-BD59-A6C34878D82A}">
                    <a16:rowId xmlns:a16="http://schemas.microsoft.com/office/drawing/2014/main" val="1046445726"/>
                  </a:ext>
                </a:extLst>
              </a:tr>
              <a:tr h="542599">
                <a:tc>
                  <a:txBody>
                    <a:bodyPr/>
                    <a:lstStyle/>
                    <a:p>
                      <a:r>
                        <a:rPr lang="en-US" sz="2400"/>
                        <a:t>Players</a:t>
                      </a:r>
                    </a:p>
                  </a:txBody>
                  <a:tcPr marL="123318" marR="123318" marT="61659" marB="61659"/>
                </a:tc>
                <a:tc>
                  <a:txBody>
                    <a:bodyPr/>
                    <a:lstStyle/>
                    <a:p>
                      <a:r>
                        <a:rPr lang="en-US" sz="2400" b="1" u="sng"/>
                        <a:t>Player-ID</a:t>
                      </a:r>
                      <a:r>
                        <a:rPr lang="en-US" sz="2400"/>
                        <a:t>, (P-Name, Team-ID)</a:t>
                      </a:r>
                    </a:p>
                  </a:txBody>
                  <a:tcPr marL="123318" marR="123318" marT="61659" marB="61659"/>
                </a:tc>
                <a:extLst>
                  <a:ext uri="{0D108BD9-81ED-4DB2-BD59-A6C34878D82A}">
                    <a16:rowId xmlns:a16="http://schemas.microsoft.com/office/drawing/2014/main" val="682161577"/>
                  </a:ext>
                </a:extLst>
              </a:tr>
              <a:tr h="1282505">
                <a:tc>
                  <a:txBody>
                    <a:bodyPr/>
                    <a:lstStyle/>
                    <a:p>
                      <a:r>
                        <a:rPr lang="en-US" sz="2400"/>
                        <a:t>Stats</a:t>
                      </a:r>
                    </a:p>
                  </a:txBody>
                  <a:tcPr marL="123318" marR="123318" marT="61659" marB="61659"/>
                </a:tc>
                <a:tc>
                  <a:txBody>
                    <a:bodyPr/>
                    <a:lstStyle/>
                    <a:p>
                      <a:r>
                        <a:rPr lang="en-US" sz="2400" b="1" u="sng" err="1">
                          <a:latin typeface="Calibri"/>
                        </a:rPr>
                        <a:t>PlayerStats</a:t>
                      </a:r>
                      <a:r>
                        <a:rPr lang="en-US" sz="2400" b="1" u="sng">
                          <a:latin typeface="Calibri"/>
                        </a:rPr>
                        <a:t>-ID</a:t>
                      </a:r>
                      <a:r>
                        <a:rPr lang="en-US" sz="2400" u="sng">
                          <a:latin typeface="Calibri"/>
                        </a:rPr>
                        <a:t>,</a:t>
                      </a:r>
                      <a:r>
                        <a:rPr lang="en-US" sz="2400" u="none">
                          <a:latin typeface="Calibri"/>
                        </a:rPr>
                        <a:t> </a:t>
                      </a:r>
                      <a:r>
                        <a:rPr lang="en-US" sz="2400" u="none" err="1">
                          <a:latin typeface="Calibri"/>
                        </a:rPr>
                        <a:t>Games_Played</a:t>
                      </a:r>
                      <a:r>
                        <a:rPr lang="en-US" sz="2400" u="none">
                          <a:latin typeface="Calibri"/>
                        </a:rPr>
                        <a:t>, </a:t>
                      </a:r>
                      <a:endParaRPr lang="en-US" sz="2400">
                        <a:latin typeface="Calibri"/>
                      </a:endParaRPr>
                    </a:p>
                    <a:p>
                      <a:pPr lvl="0">
                        <a:buNone/>
                      </a:pPr>
                      <a:r>
                        <a:rPr lang="en-US" sz="2400" u="none">
                          <a:latin typeface="Calibri"/>
                        </a:rPr>
                        <a:t>(</a:t>
                      </a:r>
                      <a:r>
                        <a:rPr lang="en-US" sz="2400" u="none" err="1">
                          <a:latin typeface="Calibri"/>
                        </a:rPr>
                        <a:t>FieldGoal</a:t>
                      </a:r>
                      <a:r>
                        <a:rPr lang="en-US" sz="2400" u="none">
                          <a:latin typeface="Calibri"/>
                        </a:rPr>
                        <a:t>-PG, </a:t>
                      </a:r>
                      <a:r>
                        <a:rPr lang="en-US" sz="2400" u="none" err="1">
                          <a:latin typeface="Calibri"/>
                        </a:rPr>
                        <a:t>ThreePoints</a:t>
                      </a:r>
                      <a:r>
                        <a:rPr lang="en-US" sz="2400" u="none">
                          <a:latin typeface="Calibri"/>
                        </a:rPr>
                        <a:t>-PG, Steals-PG, Blocks-PG, Points-PG, Player-ID)</a:t>
                      </a:r>
                    </a:p>
                  </a:txBody>
                  <a:tcPr marL="123318" marR="123318" marT="61659" marB="61659"/>
                </a:tc>
                <a:extLst>
                  <a:ext uri="{0D108BD9-81ED-4DB2-BD59-A6C34878D82A}">
                    <a16:rowId xmlns:a16="http://schemas.microsoft.com/office/drawing/2014/main" val="22264043"/>
                  </a:ext>
                </a:extLst>
              </a:tr>
            </a:tbl>
          </a:graphicData>
        </a:graphic>
      </p:graphicFrame>
    </p:spTree>
    <p:extLst>
      <p:ext uri="{BB962C8B-B14F-4D97-AF65-F5344CB8AC3E}">
        <p14:creationId xmlns:p14="http://schemas.microsoft.com/office/powerpoint/2010/main" val="234869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A47683-D631-151C-6F95-4E4DDB02F929}"/>
              </a:ext>
            </a:extLst>
          </p:cNvPr>
          <p:cNvSpPr>
            <a:spLocks noGrp="1"/>
          </p:cNvSpPr>
          <p:nvPr>
            <p:ph type="title"/>
          </p:nvPr>
        </p:nvSpPr>
        <p:spPr>
          <a:xfrm>
            <a:off x="1371597" y="348865"/>
            <a:ext cx="10044023" cy="877729"/>
          </a:xfrm>
        </p:spPr>
        <p:txBody>
          <a:bodyPr vert="horz" lIns="91440" tIns="45720" rIns="91440" bIns="45720" rtlCol="0" anchor="ctr">
            <a:normAutofit/>
          </a:bodyPr>
          <a:lstStyle/>
          <a:p>
            <a:pPr algn="ctr"/>
            <a:r>
              <a:rPr lang="en-US" sz="4000" b="1" kern="1200">
                <a:solidFill>
                  <a:srgbClr val="FFFFFF"/>
                </a:solidFill>
                <a:latin typeface="+mj-lt"/>
                <a:ea typeface="+mj-ea"/>
                <a:cs typeface="+mj-cs"/>
              </a:rPr>
              <a:t>League Table</a:t>
            </a:r>
            <a:r>
              <a:rPr lang="en-US" sz="4000" b="1">
                <a:solidFill>
                  <a:srgbClr val="FFFFFF"/>
                </a:solidFill>
              </a:rPr>
              <a:t>, </a:t>
            </a:r>
            <a:r>
              <a:rPr lang="en-US" sz="4000" b="1" kern="1200">
                <a:solidFill>
                  <a:srgbClr val="FFFFFF"/>
                </a:solidFill>
                <a:latin typeface="+mj-lt"/>
                <a:ea typeface="+mj-ea"/>
                <a:cs typeface="+mj-cs"/>
              </a:rPr>
              <a:t>Attributes with Keys</a:t>
            </a:r>
            <a:endParaRPr lang="en-US" sz="4000" kern="1200">
              <a:solidFill>
                <a:srgbClr val="FFFFFF"/>
              </a:solidFill>
              <a:latin typeface="+mj-lt"/>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3AA99717-7BD9-17BA-65E3-242ACA5D1CDC}"/>
              </a:ext>
            </a:extLst>
          </p:cNvPr>
          <p:cNvSpPr>
            <a:spLocks/>
          </p:cNvSpPr>
          <p:nvPr/>
        </p:nvSpPr>
        <p:spPr>
          <a:xfrm>
            <a:off x="334822" y="2126921"/>
            <a:ext cx="4425136" cy="522006"/>
          </a:xfrm>
          <a:prstGeom prst="rect">
            <a:avLst/>
          </a:prstGeom>
        </p:spPr>
        <p:txBody>
          <a:bodyPr vert="horz" lIns="91440" tIns="45720" rIns="91440" bIns="45720" rtlCol="0" anchor="t">
            <a:normAutofit/>
          </a:bodyPr>
          <a:lstStyle/>
          <a:p>
            <a:pPr algn="ctr" defTabSz="777240">
              <a:spcAft>
                <a:spcPts val="600"/>
              </a:spcAft>
            </a:pPr>
            <a:r>
              <a:rPr lang="en-US" sz="1500" b="1" u="sng" kern="1200">
                <a:latin typeface="Calibri Light"/>
                <a:cs typeface="Calibri"/>
              </a:rPr>
              <a:t>Conference-1</a:t>
            </a:r>
            <a:r>
              <a:rPr lang="en-US" sz="1500" b="1" u="sng">
                <a:latin typeface="Calibri Light"/>
                <a:cs typeface="Calibri"/>
              </a:rPr>
              <a:t> </a:t>
            </a:r>
            <a:r>
              <a:rPr lang="en-US" sz="1500" b="1" u="sng" kern="1200">
                <a:latin typeface="Calibri Light"/>
                <a:cs typeface="Calibri"/>
              </a:rPr>
              <a:t>(EAST)</a:t>
            </a:r>
            <a:endParaRPr lang="en-US" sz="1500" b="1" u="sng">
              <a:latin typeface="Calibri Light"/>
              <a:cs typeface="Calibri Light"/>
            </a:endParaRPr>
          </a:p>
          <a:p>
            <a:pPr defTabSz="777240">
              <a:spcAft>
                <a:spcPts val="600"/>
              </a:spcAft>
            </a:pPr>
            <a:endParaRPr lang="en-US" sz="1530" kern="1200">
              <a:solidFill>
                <a:schemeClr val="tx1"/>
              </a:solidFill>
              <a:latin typeface="+mn-lt"/>
              <a:ea typeface="+mn-ea"/>
              <a:cs typeface="Calibri"/>
            </a:endParaRPr>
          </a:p>
          <a:p>
            <a:pPr>
              <a:spcAft>
                <a:spcPts val="600"/>
              </a:spcAft>
            </a:pPr>
            <a:endParaRPr lang="en-US">
              <a:ea typeface="Calibri"/>
              <a:cs typeface="Calibri"/>
            </a:endParaRPr>
          </a:p>
        </p:txBody>
      </p:sp>
      <p:sp>
        <p:nvSpPr>
          <p:cNvPr id="4" name="Content Placeholder 3">
            <a:extLst>
              <a:ext uri="{FF2B5EF4-FFF2-40B4-BE49-F238E27FC236}">
                <a16:creationId xmlns:a16="http://schemas.microsoft.com/office/drawing/2014/main" id="{025ECC13-F2A2-E9EA-6EB5-3B8BED755F05}"/>
              </a:ext>
            </a:extLst>
          </p:cNvPr>
          <p:cNvSpPr>
            <a:spLocks/>
          </p:cNvSpPr>
          <p:nvPr/>
        </p:nvSpPr>
        <p:spPr>
          <a:xfrm>
            <a:off x="6757778" y="2126956"/>
            <a:ext cx="4663265" cy="536348"/>
          </a:xfrm>
          <a:prstGeom prst="rect">
            <a:avLst/>
          </a:prstGeom>
        </p:spPr>
        <p:txBody>
          <a:bodyPr vert="horz" lIns="91440" tIns="45720" rIns="91440" bIns="45720" rtlCol="0" anchor="t">
            <a:normAutofit/>
          </a:bodyPr>
          <a:lstStyle/>
          <a:p>
            <a:pPr algn="ctr" defTabSz="777240">
              <a:spcAft>
                <a:spcPts val="600"/>
              </a:spcAft>
            </a:pPr>
            <a:r>
              <a:rPr lang="en-US" sz="1500" b="1" u="sng" kern="1200">
                <a:latin typeface="Calibri Light"/>
                <a:cs typeface="Calibri"/>
              </a:rPr>
              <a:t>Conference-2 (WEST)</a:t>
            </a:r>
            <a:endParaRPr lang="en-US" sz="1500" b="1" u="sng">
              <a:latin typeface="Calibri Light"/>
              <a:cs typeface="Calibri Light"/>
            </a:endParaRPr>
          </a:p>
          <a:p>
            <a:pPr>
              <a:spcAft>
                <a:spcPts val="600"/>
              </a:spcAft>
            </a:pPr>
            <a:endParaRPr lang="en-US" b="1">
              <a:ea typeface="Calibri"/>
              <a:cs typeface="Calibri"/>
            </a:endParaRPr>
          </a:p>
        </p:txBody>
      </p:sp>
      <p:graphicFrame>
        <p:nvGraphicFramePr>
          <p:cNvPr id="10" name="Table 9">
            <a:extLst>
              <a:ext uri="{FF2B5EF4-FFF2-40B4-BE49-F238E27FC236}">
                <a16:creationId xmlns:a16="http://schemas.microsoft.com/office/drawing/2014/main" id="{3BB5F829-4343-848E-AB12-7574E84BC49B}"/>
              </a:ext>
            </a:extLst>
          </p:cNvPr>
          <p:cNvGraphicFramePr>
            <a:graphicFrameLocks noGrp="1"/>
          </p:cNvGraphicFramePr>
          <p:nvPr>
            <p:extLst>
              <p:ext uri="{D42A27DB-BD31-4B8C-83A1-F6EECF244321}">
                <p14:modId xmlns:p14="http://schemas.microsoft.com/office/powerpoint/2010/main" val="3472977269"/>
              </p:ext>
            </p:extLst>
          </p:nvPr>
        </p:nvGraphicFramePr>
        <p:xfrm>
          <a:off x="330868" y="2516605"/>
          <a:ext cx="4962882" cy="4145280"/>
        </p:xfrm>
        <a:graphic>
          <a:graphicData uri="http://schemas.openxmlformats.org/drawingml/2006/table">
            <a:tbl>
              <a:tblPr bandRow="1">
                <a:tableStyleId>{3B4B98B0-60AC-42C2-AFA5-B58CD77FA1E5}</a:tableStyleId>
              </a:tblPr>
              <a:tblGrid>
                <a:gridCol w="1654294">
                  <a:extLst>
                    <a:ext uri="{9D8B030D-6E8A-4147-A177-3AD203B41FA5}">
                      <a16:colId xmlns:a16="http://schemas.microsoft.com/office/drawing/2014/main" val="4067932748"/>
                    </a:ext>
                  </a:extLst>
                </a:gridCol>
                <a:gridCol w="1654294">
                  <a:extLst>
                    <a:ext uri="{9D8B030D-6E8A-4147-A177-3AD203B41FA5}">
                      <a16:colId xmlns:a16="http://schemas.microsoft.com/office/drawing/2014/main" val="2218583533"/>
                    </a:ext>
                  </a:extLst>
                </a:gridCol>
                <a:gridCol w="1654294">
                  <a:extLst>
                    <a:ext uri="{9D8B030D-6E8A-4147-A177-3AD203B41FA5}">
                      <a16:colId xmlns:a16="http://schemas.microsoft.com/office/drawing/2014/main" val="2537628481"/>
                    </a:ext>
                  </a:extLst>
                </a:gridCol>
              </a:tblGrid>
              <a:tr h="0">
                <a:tc>
                  <a:txBody>
                    <a:bodyPr/>
                    <a:lstStyle/>
                    <a:p>
                      <a:pPr algn="ctr"/>
                      <a:r>
                        <a:rPr lang="en-US" sz="1100" b="1" u="sng">
                          <a:effectLst/>
                          <a:latin typeface="Calibri Light"/>
                        </a:rPr>
                        <a:t>Teams-ID</a:t>
                      </a:r>
                      <a:endParaRPr lang="en-US" b="1" u="sng">
                        <a:latin typeface="Calibri Light"/>
                      </a:endParaRPr>
                    </a:p>
                  </a:txBody>
                  <a:tcPr anchor="ctr"/>
                </a:tc>
                <a:tc>
                  <a:txBody>
                    <a:bodyPr/>
                    <a:lstStyle/>
                    <a:p>
                      <a:pPr algn="ctr"/>
                      <a:r>
                        <a:rPr lang="en-US" sz="1100" b="1">
                          <a:effectLst/>
                          <a:latin typeface="Calibri Light"/>
                        </a:rPr>
                        <a:t>Teams</a:t>
                      </a:r>
                      <a:endParaRPr lang="en-US" b="1">
                        <a:latin typeface="Calibri Light"/>
                      </a:endParaRPr>
                    </a:p>
                  </a:txBody>
                  <a:tcPr anchor="ctr"/>
                </a:tc>
                <a:tc>
                  <a:txBody>
                    <a:bodyPr/>
                    <a:lstStyle/>
                    <a:p>
                      <a:pPr algn="ctr"/>
                      <a:r>
                        <a:rPr lang="en-US" sz="1100" b="1">
                          <a:effectLst/>
                          <a:latin typeface="Calibri Light"/>
                        </a:rPr>
                        <a:t>Ranking</a:t>
                      </a:r>
                      <a:endParaRPr lang="en-US" b="1">
                        <a:latin typeface="Calibri Light"/>
                      </a:endParaRPr>
                    </a:p>
                  </a:txBody>
                  <a:tcPr anchor="ctr"/>
                </a:tc>
                <a:extLst>
                  <a:ext uri="{0D108BD9-81ED-4DB2-BD59-A6C34878D82A}">
                    <a16:rowId xmlns:a16="http://schemas.microsoft.com/office/drawing/2014/main" val="2102621812"/>
                  </a:ext>
                </a:extLst>
              </a:tr>
              <a:tr h="0">
                <a:tc>
                  <a:txBody>
                    <a:bodyPr/>
                    <a:lstStyle/>
                    <a:p>
                      <a:pPr algn="ctr"/>
                      <a:r>
                        <a:rPr lang="en-US" sz="1100">
                          <a:effectLst/>
                        </a:rPr>
                        <a:t>21</a:t>
                      </a:r>
                      <a:endParaRPr lang="en-US"/>
                    </a:p>
                  </a:txBody>
                  <a:tcPr anchor="ctr"/>
                </a:tc>
                <a:tc>
                  <a:txBody>
                    <a:bodyPr/>
                    <a:lstStyle/>
                    <a:p>
                      <a:pPr algn="ctr"/>
                      <a:r>
                        <a:rPr lang="en-US" sz="1100">
                          <a:effectLst/>
                        </a:rPr>
                        <a:t>BOS</a:t>
                      </a:r>
                      <a:endParaRPr lang="en-US"/>
                    </a:p>
                  </a:txBody>
                  <a:tcPr anchor="ctr"/>
                </a:tc>
                <a:tc>
                  <a:txBody>
                    <a:bodyPr/>
                    <a:lstStyle/>
                    <a:p>
                      <a:pPr algn="ctr"/>
                      <a:r>
                        <a:rPr lang="en-US" sz="1100">
                          <a:effectLst/>
                        </a:rPr>
                        <a:t>1</a:t>
                      </a:r>
                      <a:endParaRPr lang="en-US"/>
                    </a:p>
                  </a:txBody>
                  <a:tcPr anchor="ctr"/>
                </a:tc>
                <a:extLst>
                  <a:ext uri="{0D108BD9-81ED-4DB2-BD59-A6C34878D82A}">
                    <a16:rowId xmlns:a16="http://schemas.microsoft.com/office/drawing/2014/main" val="2098895194"/>
                  </a:ext>
                </a:extLst>
              </a:tr>
              <a:tr h="0">
                <a:tc>
                  <a:txBody>
                    <a:bodyPr/>
                    <a:lstStyle/>
                    <a:p>
                      <a:pPr algn="ctr"/>
                      <a:r>
                        <a:rPr lang="en-US" sz="1100">
                          <a:effectLst/>
                        </a:rPr>
                        <a:t>6</a:t>
                      </a:r>
                      <a:endParaRPr lang="en-US"/>
                    </a:p>
                  </a:txBody>
                  <a:tcPr anchor="ctr"/>
                </a:tc>
                <a:tc>
                  <a:txBody>
                    <a:bodyPr/>
                    <a:lstStyle/>
                    <a:p>
                      <a:pPr algn="ctr"/>
                      <a:r>
                        <a:rPr lang="en-US" sz="1100">
                          <a:effectLst/>
                        </a:rPr>
                        <a:t>NYK</a:t>
                      </a:r>
                      <a:endParaRPr lang="en-US"/>
                    </a:p>
                  </a:txBody>
                  <a:tcPr anchor="ctr"/>
                </a:tc>
                <a:tc>
                  <a:txBody>
                    <a:bodyPr/>
                    <a:lstStyle/>
                    <a:p>
                      <a:pPr algn="ctr"/>
                      <a:r>
                        <a:rPr lang="en-US" sz="1100">
                          <a:effectLst/>
                        </a:rPr>
                        <a:t>2</a:t>
                      </a:r>
                      <a:endParaRPr lang="en-US"/>
                    </a:p>
                  </a:txBody>
                  <a:tcPr anchor="ctr"/>
                </a:tc>
                <a:extLst>
                  <a:ext uri="{0D108BD9-81ED-4DB2-BD59-A6C34878D82A}">
                    <a16:rowId xmlns:a16="http://schemas.microsoft.com/office/drawing/2014/main" val="1123530641"/>
                  </a:ext>
                </a:extLst>
              </a:tr>
              <a:tr h="0">
                <a:tc>
                  <a:txBody>
                    <a:bodyPr/>
                    <a:lstStyle/>
                    <a:p>
                      <a:pPr algn="ctr"/>
                      <a:r>
                        <a:rPr lang="en-US" sz="1100">
                          <a:effectLst/>
                        </a:rPr>
                        <a:t>3</a:t>
                      </a:r>
                      <a:endParaRPr lang="en-US"/>
                    </a:p>
                  </a:txBody>
                  <a:tcPr anchor="ctr"/>
                </a:tc>
                <a:tc>
                  <a:txBody>
                    <a:bodyPr/>
                    <a:lstStyle/>
                    <a:p>
                      <a:pPr algn="ctr"/>
                      <a:r>
                        <a:rPr lang="en-US" sz="1100">
                          <a:effectLst/>
                        </a:rPr>
                        <a:t>MIL</a:t>
                      </a:r>
                      <a:endParaRPr lang="en-US"/>
                    </a:p>
                  </a:txBody>
                  <a:tcPr anchor="ctr"/>
                </a:tc>
                <a:tc>
                  <a:txBody>
                    <a:bodyPr/>
                    <a:lstStyle/>
                    <a:p>
                      <a:pPr algn="ctr"/>
                      <a:r>
                        <a:rPr lang="en-US" sz="1100">
                          <a:effectLst/>
                        </a:rPr>
                        <a:t>3</a:t>
                      </a:r>
                      <a:endParaRPr lang="en-US"/>
                    </a:p>
                  </a:txBody>
                  <a:tcPr anchor="ctr"/>
                </a:tc>
                <a:extLst>
                  <a:ext uri="{0D108BD9-81ED-4DB2-BD59-A6C34878D82A}">
                    <a16:rowId xmlns:a16="http://schemas.microsoft.com/office/drawing/2014/main" val="3075892946"/>
                  </a:ext>
                </a:extLst>
              </a:tr>
              <a:tr h="0">
                <a:tc>
                  <a:txBody>
                    <a:bodyPr/>
                    <a:lstStyle/>
                    <a:p>
                      <a:pPr algn="ctr"/>
                      <a:r>
                        <a:rPr lang="en-US" sz="1100">
                          <a:effectLst/>
                        </a:rPr>
                        <a:t>4</a:t>
                      </a:r>
                      <a:endParaRPr lang="en-US"/>
                    </a:p>
                  </a:txBody>
                  <a:tcPr anchor="ctr"/>
                </a:tc>
                <a:tc>
                  <a:txBody>
                    <a:bodyPr/>
                    <a:lstStyle/>
                    <a:p>
                      <a:pPr algn="ctr"/>
                      <a:r>
                        <a:rPr lang="en-US" sz="1100">
                          <a:effectLst/>
                        </a:rPr>
                        <a:t>CLE</a:t>
                      </a:r>
                      <a:endParaRPr lang="en-US"/>
                    </a:p>
                  </a:txBody>
                  <a:tcPr anchor="ctr"/>
                </a:tc>
                <a:tc>
                  <a:txBody>
                    <a:bodyPr/>
                    <a:lstStyle/>
                    <a:p>
                      <a:pPr algn="ctr"/>
                      <a:r>
                        <a:rPr lang="en-US" sz="1100">
                          <a:effectLst/>
                        </a:rPr>
                        <a:t>4</a:t>
                      </a:r>
                      <a:endParaRPr lang="en-US"/>
                    </a:p>
                  </a:txBody>
                  <a:tcPr anchor="ctr"/>
                </a:tc>
                <a:extLst>
                  <a:ext uri="{0D108BD9-81ED-4DB2-BD59-A6C34878D82A}">
                    <a16:rowId xmlns:a16="http://schemas.microsoft.com/office/drawing/2014/main" val="3061970437"/>
                  </a:ext>
                </a:extLst>
              </a:tr>
              <a:tr h="0">
                <a:tc>
                  <a:txBody>
                    <a:bodyPr/>
                    <a:lstStyle/>
                    <a:p>
                      <a:pPr algn="ctr"/>
                      <a:r>
                        <a:rPr lang="en-US" sz="1100">
                          <a:effectLst/>
                        </a:rPr>
                        <a:t>18</a:t>
                      </a:r>
                      <a:endParaRPr lang="en-US"/>
                    </a:p>
                  </a:txBody>
                  <a:tcPr anchor="ctr"/>
                </a:tc>
                <a:tc>
                  <a:txBody>
                    <a:bodyPr/>
                    <a:lstStyle/>
                    <a:p>
                      <a:pPr algn="ctr"/>
                      <a:r>
                        <a:rPr lang="en-US" sz="1100">
                          <a:effectLst/>
                        </a:rPr>
                        <a:t>ORL</a:t>
                      </a:r>
                      <a:endParaRPr lang="en-US"/>
                    </a:p>
                  </a:txBody>
                  <a:tcPr anchor="ctr"/>
                </a:tc>
                <a:tc>
                  <a:txBody>
                    <a:bodyPr/>
                    <a:lstStyle/>
                    <a:p>
                      <a:pPr algn="ctr"/>
                      <a:r>
                        <a:rPr lang="en-US" sz="1100">
                          <a:effectLst/>
                        </a:rPr>
                        <a:t>5</a:t>
                      </a:r>
                      <a:endParaRPr lang="en-US"/>
                    </a:p>
                  </a:txBody>
                  <a:tcPr anchor="ctr"/>
                </a:tc>
                <a:extLst>
                  <a:ext uri="{0D108BD9-81ED-4DB2-BD59-A6C34878D82A}">
                    <a16:rowId xmlns:a16="http://schemas.microsoft.com/office/drawing/2014/main" val="255049527"/>
                  </a:ext>
                </a:extLst>
              </a:tr>
              <a:tr h="0">
                <a:tc>
                  <a:txBody>
                    <a:bodyPr/>
                    <a:lstStyle/>
                    <a:p>
                      <a:pPr algn="ctr"/>
                      <a:r>
                        <a:rPr lang="en-US" sz="1100">
                          <a:effectLst/>
                        </a:rPr>
                        <a:t>26</a:t>
                      </a:r>
                      <a:endParaRPr lang="en-US"/>
                    </a:p>
                  </a:txBody>
                  <a:tcPr anchor="ctr"/>
                </a:tc>
                <a:tc>
                  <a:txBody>
                    <a:bodyPr/>
                    <a:lstStyle/>
                    <a:p>
                      <a:pPr algn="ctr"/>
                      <a:r>
                        <a:rPr lang="en-US" sz="1100">
                          <a:effectLst/>
                        </a:rPr>
                        <a:t>IND</a:t>
                      </a:r>
                      <a:endParaRPr lang="en-US"/>
                    </a:p>
                  </a:txBody>
                  <a:tcPr anchor="ctr"/>
                </a:tc>
                <a:tc>
                  <a:txBody>
                    <a:bodyPr/>
                    <a:lstStyle/>
                    <a:p>
                      <a:pPr algn="ctr"/>
                      <a:r>
                        <a:rPr lang="en-US" sz="1100">
                          <a:effectLst/>
                        </a:rPr>
                        <a:t>6</a:t>
                      </a:r>
                      <a:endParaRPr lang="en-US"/>
                    </a:p>
                  </a:txBody>
                  <a:tcPr anchor="ctr"/>
                </a:tc>
                <a:extLst>
                  <a:ext uri="{0D108BD9-81ED-4DB2-BD59-A6C34878D82A}">
                    <a16:rowId xmlns:a16="http://schemas.microsoft.com/office/drawing/2014/main" val="2646038543"/>
                  </a:ext>
                </a:extLst>
              </a:tr>
              <a:tr h="0">
                <a:tc>
                  <a:txBody>
                    <a:bodyPr/>
                    <a:lstStyle/>
                    <a:p>
                      <a:pPr algn="ctr"/>
                      <a:r>
                        <a:rPr lang="en-US" sz="1100">
                          <a:effectLst/>
                        </a:rPr>
                        <a:t>1</a:t>
                      </a:r>
                      <a:endParaRPr lang="en-US"/>
                    </a:p>
                  </a:txBody>
                  <a:tcPr anchor="ctr"/>
                </a:tc>
                <a:tc>
                  <a:txBody>
                    <a:bodyPr/>
                    <a:lstStyle/>
                    <a:p>
                      <a:pPr algn="ctr"/>
                      <a:r>
                        <a:rPr lang="en-US" sz="1100">
                          <a:effectLst/>
                        </a:rPr>
                        <a:t>PHI</a:t>
                      </a:r>
                      <a:endParaRPr lang="en-US"/>
                    </a:p>
                  </a:txBody>
                  <a:tcPr anchor="ctr"/>
                </a:tc>
                <a:tc>
                  <a:txBody>
                    <a:bodyPr/>
                    <a:lstStyle/>
                    <a:p>
                      <a:pPr algn="ctr"/>
                      <a:r>
                        <a:rPr lang="en-US" sz="1100">
                          <a:effectLst/>
                        </a:rPr>
                        <a:t>7</a:t>
                      </a:r>
                      <a:endParaRPr lang="en-US"/>
                    </a:p>
                  </a:txBody>
                  <a:tcPr anchor="ctr"/>
                </a:tc>
                <a:extLst>
                  <a:ext uri="{0D108BD9-81ED-4DB2-BD59-A6C34878D82A}">
                    <a16:rowId xmlns:a16="http://schemas.microsoft.com/office/drawing/2014/main" val="3760478633"/>
                  </a:ext>
                </a:extLst>
              </a:tr>
              <a:tr h="0">
                <a:tc>
                  <a:txBody>
                    <a:bodyPr/>
                    <a:lstStyle/>
                    <a:p>
                      <a:pPr algn="ctr"/>
                      <a:r>
                        <a:rPr lang="en-US" sz="1100">
                          <a:effectLst/>
                        </a:rPr>
                        <a:t>25</a:t>
                      </a:r>
                      <a:endParaRPr lang="en-US"/>
                    </a:p>
                  </a:txBody>
                  <a:tcPr anchor="ctr"/>
                </a:tc>
                <a:tc>
                  <a:txBody>
                    <a:bodyPr/>
                    <a:lstStyle/>
                    <a:p>
                      <a:pPr algn="ctr"/>
                      <a:r>
                        <a:rPr lang="en-US" sz="1100">
                          <a:effectLst/>
                        </a:rPr>
                        <a:t>MIA</a:t>
                      </a:r>
                      <a:endParaRPr lang="en-US"/>
                    </a:p>
                  </a:txBody>
                  <a:tcPr anchor="ctr"/>
                </a:tc>
                <a:tc>
                  <a:txBody>
                    <a:bodyPr/>
                    <a:lstStyle/>
                    <a:p>
                      <a:pPr algn="ctr"/>
                      <a:r>
                        <a:rPr lang="en-US" sz="1100">
                          <a:effectLst/>
                        </a:rPr>
                        <a:t>8</a:t>
                      </a:r>
                      <a:endParaRPr lang="en-US"/>
                    </a:p>
                  </a:txBody>
                  <a:tcPr anchor="ctr"/>
                </a:tc>
                <a:extLst>
                  <a:ext uri="{0D108BD9-81ED-4DB2-BD59-A6C34878D82A}">
                    <a16:rowId xmlns:a16="http://schemas.microsoft.com/office/drawing/2014/main" val="197298574"/>
                  </a:ext>
                </a:extLst>
              </a:tr>
              <a:tr h="0">
                <a:tc>
                  <a:txBody>
                    <a:bodyPr/>
                    <a:lstStyle/>
                    <a:p>
                      <a:pPr algn="ctr"/>
                      <a:r>
                        <a:rPr lang="en-US" sz="1100">
                          <a:effectLst/>
                        </a:rPr>
                        <a:t>19</a:t>
                      </a:r>
                      <a:endParaRPr lang="en-US"/>
                    </a:p>
                  </a:txBody>
                  <a:tcPr anchor="ctr"/>
                </a:tc>
                <a:tc>
                  <a:txBody>
                    <a:bodyPr/>
                    <a:lstStyle/>
                    <a:p>
                      <a:pPr algn="ctr"/>
                      <a:r>
                        <a:rPr lang="en-US" sz="1100">
                          <a:effectLst/>
                        </a:rPr>
                        <a:t>CHI</a:t>
                      </a:r>
                      <a:endParaRPr lang="en-US"/>
                    </a:p>
                  </a:txBody>
                  <a:tcPr anchor="ctr"/>
                </a:tc>
                <a:tc>
                  <a:txBody>
                    <a:bodyPr/>
                    <a:lstStyle/>
                    <a:p>
                      <a:pPr algn="ctr"/>
                      <a:r>
                        <a:rPr lang="en-US" sz="1100">
                          <a:effectLst/>
                        </a:rPr>
                        <a:t>9</a:t>
                      </a:r>
                      <a:endParaRPr lang="en-US"/>
                    </a:p>
                  </a:txBody>
                  <a:tcPr anchor="ctr"/>
                </a:tc>
                <a:extLst>
                  <a:ext uri="{0D108BD9-81ED-4DB2-BD59-A6C34878D82A}">
                    <a16:rowId xmlns:a16="http://schemas.microsoft.com/office/drawing/2014/main" val="2124038488"/>
                  </a:ext>
                </a:extLst>
              </a:tr>
              <a:tr h="0">
                <a:tc>
                  <a:txBody>
                    <a:bodyPr/>
                    <a:lstStyle/>
                    <a:p>
                      <a:pPr algn="ctr"/>
                      <a:r>
                        <a:rPr lang="en-US" sz="1100">
                          <a:effectLst/>
                        </a:rPr>
                        <a:t>9</a:t>
                      </a:r>
                      <a:endParaRPr lang="en-US"/>
                    </a:p>
                  </a:txBody>
                  <a:tcPr anchor="ctr"/>
                </a:tc>
                <a:tc>
                  <a:txBody>
                    <a:bodyPr/>
                    <a:lstStyle/>
                    <a:p>
                      <a:pPr algn="ctr"/>
                      <a:r>
                        <a:rPr lang="en-US" sz="1100">
                          <a:effectLst/>
                        </a:rPr>
                        <a:t>ATL</a:t>
                      </a:r>
                      <a:endParaRPr lang="en-US"/>
                    </a:p>
                  </a:txBody>
                  <a:tcPr anchor="ctr"/>
                </a:tc>
                <a:tc>
                  <a:txBody>
                    <a:bodyPr/>
                    <a:lstStyle/>
                    <a:p>
                      <a:pPr algn="ctr"/>
                      <a:r>
                        <a:rPr lang="en-US" sz="1100">
                          <a:effectLst/>
                        </a:rPr>
                        <a:t>10</a:t>
                      </a:r>
                      <a:endParaRPr lang="en-US"/>
                    </a:p>
                  </a:txBody>
                  <a:tcPr anchor="ctr"/>
                </a:tc>
                <a:extLst>
                  <a:ext uri="{0D108BD9-81ED-4DB2-BD59-A6C34878D82A}">
                    <a16:rowId xmlns:a16="http://schemas.microsoft.com/office/drawing/2014/main" val="2863603973"/>
                  </a:ext>
                </a:extLst>
              </a:tr>
              <a:tr h="0">
                <a:tc>
                  <a:txBody>
                    <a:bodyPr/>
                    <a:lstStyle/>
                    <a:p>
                      <a:pPr algn="ctr"/>
                      <a:r>
                        <a:rPr lang="en-US" sz="1100">
                          <a:effectLst/>
                        </a:rPr>
                        <a:t>28</a:t>
                      </a:r>
                      <a:endParaRPr lang="en-US"/>
                    </a:p>
                  </a:txBody>
                  <a:tcPr anchor="ctr"/>
                </a:tc>
                <a:tc>
                  <a:txBody>
                    <a:bodyPr/>
                    <a:lstStyle/>
                    <a:p>
                      <a:pPr algn="ctr"/>
                      <a:r>
                        <a:rPr lang="en-US" sz="1100">
                          <a:effectLst/>
                        </a:rPr>
                        <a:t>HOU</a:t>
                      </a:r>
                      <a:endParaRPr lang="en-US"/>
                    </a:p>
                  </a:txBody>
                  <a:tcPr anchor="ctr"/>
                </a:tc>
                <a:tc>
                  <a:txBody>
                    <a:bodyPr/>
                    <a:lstStyle/>
                    <a:p>
                      <a:pPr algn="ctr"/>
                      <a:r>
                        <a:rPr lang="en-US" sz="1100">
                          <a:effectLst/>
                        </a:rPr>
                        <a:t>11</a:t>
                      </a:r>
                      <a:endParaRPr lang="en-US"/>
                    </a:p>
                  </a:txBody>
                  <a:tcPr anchor="ctr"/>
                </a:tc>
                <a:extLst>
                  <a:ext uri="{0D108BD9-81ED-4DB2-BD59-A6C34878D82A}">
                    <a16:rowId xmlns:a16="http://schemas.microsoft.com/office/drawing/2014/main" val="3076475813"/>
                  </a:ext>
                </a:extLst>
              </a:tr>
              <a:tr h="0">
                <a:tc>
                  <a:txBody>
                    <a:bodyPr/>
                    <a:lstStyle/>
                    <a:p>
                      <a:pPr algn="ctr"/>
                      <a:r>
                        <a:rPr lang="en-US" sz="1100">
                          <a:effectLst/>
                        </a:rPr>
                        <a:t>30</a:t>
                      </a:r>
                      <a:endParaRPr lang="en-US"/>
                    </a:p>
                  </a:txBody>
                  <a:tcPr anchor="ctr"/>
                </a:tc>
                <a:tc>
                  <a:txBody>
                    <a:bodyPr/>
                    <a:lstStyle/>
                    <a:p>
                      <a:pPr algn="ctr"/>
                      <a:r>
                        <a:rPr lang="en-US" sz="1100">
                          <a:effectLst/>
                        </a:rPr>
                        <a:t>TOR</a:t>
                      </a:r>
                      <a:endParaRPr lang="en-US"/>
                    </a:p>
                  </a:txBody>
                  <a:tcPr anchor="ctr"/>
                </a:tc>
                <a:tc>
                  <a:txBody>
                    <a:bodyPr/>
                    <a:lstStyle/>
                    <a:p>
                      <a:pPr algn="ctr"/>
                      <a:r>
                        <a:rPr lang="en-US" sz="1100">
                          <a:effectLst/>
                        </a:rPr>
                        <a:t>12</a:t>
                      </a:r>
                      <a:endParaRPr lang="en-US"/>
                    </a:p>
                  </a:txBody>
                  <a:tcPr anchor="ctr"/>
                </a:tc>
                <a:extLst>
                  <a:ext uri="{0D108BD9-81ED-4DB2-BD59-A6C34878D82A}">
                    <a16:rowId xmlns:a16="http://schemas.microsoft.com/office/drawing/2014/main" val="3902318837"/>
                  </a:ext>
                </a:extLst>
              </a:tr>
              <a:tr h="0">
                <a:tc>
                  <a:txBody>
                    <a:bodyPr/>
                    <a:lstStyle/>
                    <a:p>
                      <a:pPr algn="ctr"/>
                      <a:r>
                        <a:rPr lang="en-US" sz="1100">
                          <a:effectLst/>
                        </a:rPr>
                        <a:t>16</a:t>
                      </a:r>
                      <a:endParaRPr lang="en-US"/>
                    </a:p>
                  </a:txBody>
                  <a:tcPr anchor="ctr"/>
                </a:tc>
                <a:tc>
                  <a:txBody>
                    <a:bodyPr/>
                    <a:lstStyle/>
                    <a:p>
                      <a:pPr algn="ctr"/>
                      <a:r>
                        <a:rPr lang="en-US" sz="1100">
                          <a:effectLst/>
                        </a:rPr>
                        <a:t>CHA</a:t>
                      </a:r>
                      <a:endParaRPr lang="en-US"/>
                    </a:p>
                  </a:txBody>
                  <a:tcPr anchor="ctr"/>
                </a:tc>
                <a:tc>
                  <a:txBody>
                    <a:bodyPr/>
                    <a:lstStyle/>
                    <a:p>
                      <a:pPr algn="ctr"/>
                      <a:r>
                        <a:rPr lang="en-US" sz="1100">
                          <a:effectLst/>
                        </a:rPr>
                        <a:t>13</a:t>
                      </a:r>
                      <a:endParaRPr lang="en-US"/>
                    </a:p>
                  </a:txBody>
                  <a:tcPr anchor="ctr"/>
                </a:tc>
                <a:extLst>
                  <a:ext uri="{0D108BD9-81ED-4DB2-BD59-A6C34878D82A}">
                    <a16:rowId xmlns:a16="http://schemas.microsoft.com/office/drawing/2014/main" val="372287830"/>
                  </a:ext>
                </a:extLst>
              </a:tr>
              <a:tr h="0">
                <a:tc>
                  <a:txBody>
                    <a:bodyPr/>
                    <a:lstStyle/>
                    <a:p>
                      <a:pPr algn="ctr"/>
                      <a:r>
                        <a:rPr lang="en-US" sz="1100">
                          <a:effectLst/>
                        </a:rPr>
                        <a:t>22</a:t>
                      </a:r>
                      <a:endParaRPr lang="en-US"/>
                    </a:p>
                  </a:txBody>
                  <a:tcPr anchor="ctr"/>
                </a:tc>
                <a:tc>
                  <a:txBody>
                    <a:bodyPr/>
                    <a:lstStyle/>
                    <a:p>
                      <a:pPr algn="ctr"/>
                      <a:r>
                        <a:rPr lang="en-US" sz="1100">
                          <a:effectLst/>
                        </a:rPr>
                        <a:t>WAS</a:t>
                      </a:r>
                      <a:endParaRPr lang="en-US"/>
                    </a:p>
                  </a:txBody>
                  <a:tcPr anchor="ctr"/>
                </a:tc>
                <a:tc>
                  <a:txBody>
                    <a:bodyPr/>
                    <a:lstStyle/>
                    <a:p>
                      <a:pPr algn="ctr"/>
                      <a:r>
                        <a:rPr lang="en-US" sz="1100">
                          <a:effectLst/>
                        </a:rPr>
                        <a:t>14</a:t>
                      </a:r>
                      <a:endParaRPr lang="en-US"/>
                    </a:p>
                  </a:txBody>
                  <a:tcPr anchor="ctr"/>
                </a:tc>
                <a:extLst>
                  <a:ext uri="{0D108BD9-81ED-4DB2-BD59-A6C34878D82A}">
                    <a16:rowId xmlns:a16="http://schemas.microsoft.com/office/drawing/2014/main" val="3456892745"/>
                  </a:ext>
                </a:extLst>
              </a:tr>
              <a:tr h="0">
                <a:tc>
                  <a:txBody>
                    <a:bodyPr/>
                    <a:lstStyle/>
                    <a:p>
                      <a:pPr algn="ctr"/>
                      <a:r>
                        <a:rPr lang="en-US" sz="1100">
                          <a:effectLst/>
                        </a:rPr>
                        <a:t>20</a:t>
                      </a:r>
                      <a:endParaRPr lang="en-US"/>
                    </a:p>
                  </a:txBody>
                  <a:tcPr anchor="ctr"/>
                </a:tc>
                <a:tc>
                  <a:txBody>
                    <a:bodyPr/>
                    <a:lstStyle/>
                    <a:p>
                      <a:pPr algn="ctr"/>
                      <a:r>
                        <a:rPr lang="en-US" sz="1100">
                          <a:effectLst/>
                        </a:rPr>
                        <a:t>DET</a:t>
                      </a:r>
                      <a:endParaRPr lang="en-US"/>
                    </a:p>
                  </a:txBody>
                  <a:tcPr anchor="ctr"/>
                </a:tc>
                <a:tc>
                  <a:txBody>
                    <a:bodyPr/>
                    <a:lstStyle/>
                    <a:p>
                      <a:pPr algn="ctr"/>
                      <a:r>
                        <a:rPr lang="en-US" sz="1100">
                          <a:effectLst/>
                        </a:rPr>
                        <a:t>15</a:t>
                      </a:r>
                      <a:endParaRPr lang="en-US"/>
                    </a:p>
                  </a:txBody>
                  <a:tcPr anchor="ctr"/>
                </a:tc>
                <a:extLst>
                  <a:ext uri="{0D108BD9-81ED-4DB2-BD59-A6C34878D82A}">
                    <a16:rowId xmlns:a16="http://schemas.microsoft.com/office/drawing/2014/main" val="3472910311"/>
                  </a:ext>
                </a:extLst>
              </a:tr>
            </a:tbl>
          </a:graphicData>
        </a:graphic>
      </p:graphicFrame>
      <p:graphicFrame>
        <p:nvGraphicFramePr>
          <p:cNvPr id="12" name="Table 11">
            <a:extLst>
              <a:ext uri="{FF2B5EF4-FFF2-40B4-BE49-F238E27FC236}">
                <a16:creationId xmlns:a16="http://schemas.microsoft.com/office/drawing/2014/main" id="{34E261B6-659D-6B6A-8A92-36FD65F1862F}"/>
              </a:ext>
            </a:extLst>
          </p:cNvPr>
          <p:cNvGraphicFramePr>
            <a:graphicFrameLocks noGrp="1"/>
          </p:cNvGraphicFramePr>
          <p:nvPr>
            <p:extLst>
              <p:ext uri="{D42A27DB-BD31-4B8C-83A1-F6EECF244321}">
                <p14:modId xmlns:p14="http://schemas.microsoft.com/office/powerpoint/2010/main" val="3956475967"/>
              </p:ext>
            </p:extLst>
          </p:nvPr>
        </p:nvGraphicFramePr>
        <p:xfrm>
          <a:off x="6096000" y="2516605"/>
          <a:ext cx="5835159" cy="4145280"/>
        </p:xfrm>
        <a:graphic>
          <a:graphicData uri="http://schemas.openxmlformats.org/drawingml/2006/table">
            <a:tbl>
              <a:tblPr bandRow="1">
                <a:tableStyleId>{3B4B98B0-60AC-42C2-AFA5-B58CD77FA1E5}</a:tableStyleId>
              </a:tblPr>
              <a:tblGrid>
                <a:gridCol w="1945053">
                  <a:extLst>
                    <a:ext uri="{9D8B030D-6E8A-4147-A177-3AD203B41FA5}">
                      <a16:colId xmlns:a16="http://schemas.microsoft.com/office/drawing/2014/main" val="4098633845"/>
                    </a:ext>
                  </a:extLst>
                </a:gridCol>
                <a:gridCol w="1945053">
                  <a:extLst>
                    <a:ext uri="{9D8B030D-6E8A-4147-A177-3AD203B41FA5}">
                      <a16:colId xmlns:a16="http://schemas.microsoft.com/office/drawing/2014/main" val="2608029574"/>
                    </a:ext>
                  </a:extLst>
                </a:gridCol>
                <a:gridCol w="1945053">
                  <a:extLst>
                    <a:ext uri="{9D8B030D-6E8A-4147-A177-3AD203B41FA5}">
                      <a16:colId xmlns:a16="http://schemas.microsoft.com/office/drawing/2014/main" val="1060612613"/>
                    </a:ext>
                  </a:extLst>
                </a:gridCol>
              </a:tblGrid>
              <a:tr h="0">
                <a:tc>
                  <a:txBody>
                    <a:bodyPr/>
                    <a:lstStyle/>
                    <a:p>
                      <a:pPr algn="ctr"/>
                      <a:r>
                        <a:rPr lang="en-US" sz="1100" b="1" u="sng">
                          <a:effectLst/>
                          <a:latin typeface="Calibri Light"/>
                        </a:rPr>
                        <a:t>Teams-ID</a:t>
                      </a:r>
                      <a:endParaRPr lang="en-US" b="1" u="sng">
                        <a:latin typeface="Calibri Light"/>
                      </a:endParaRPr>
                    </a:p>
                  </a:txBody>
                  <a:tcPr anchor="ctr"/>
                </a:tc>
                <a:tc>
                  <a:txBody>
                    <a:bodyPr/>
                    <a:lstStyle/>
                    <a:p>
                      <a:pPr algn="ctr"/>
                      <a:r>
                        <a:rPr lang="en-US" sz="1100" b="1">
                          <a:effectLst/>
                          <a:latin typeface="Calibri Light"/>
                        </a:rPr>
                        <a:t>Teams</a:t>
                      </a:r>
                      <a:endParaRPr lang="en-US" b="1">
                        <a:latin typeface="Calibri Light"/>
                      </a:endParaRPr>
                    </a:p>
                  </a:txBody>
                  <a:tcPr anchor="ctr"/>
                </a:tc>
                <a:tc>
                  <a:txBody>
                    <a:bodyPr/>
                    <a:lstStyle/>
                    <a:p>
                      <a:pPr algn="ctr"/>
                      <a:r>
                        <a:rPr lang="en-US" sz="1100" b="1">
                          <a:effectLst/>
                          <a:latin typeface="Calibri Light"/>
                        </a:rPr>
                        <a:t>Ranking</a:t>
                      </a:r>
                      <a:endParaRPr lang="en-US" b="1">
                        <a:latin typeface="Calibri Light"/>
                      </a:endParaRPr>
                    </a:p>
                  </a:txBody>
                  <a:tcPr anchor="ctr"/>
                </a:tc>
                <a:extLst>
                  <a:ext uri="{0D108BD9-81ED-4DB2-BD59-A6C34878D82A}">
                    <a16:rowId xmlns:a16="http://schemas.microsoft.com/office/drawing/2014/main" val="715754651"/>
                  </a:ext>
                </a:extLst>
              </a:tr>
              <a:tr h="0">
                <a:tc>
                  <a:txBody>
                    <a:bodyPr/>
                    <a:lstStyle/>
                    <a:p>
                      <a:pPr algn="ctr"/>
                      <a:r>
                        <a:rPr lang="en-US" sz="1100">
                          <a:effectLst/>
                        </a:rPr>
                        <a:t>2</a:t>
                      </a:r>
                      <a:endParaRPr lang="en-US"/>
                    </a:p>
                  </a:txBody>
                  <a:tcPr/>
                </a:tc>
                <a:tc>
                  <a:txBody>
                    <a:bodyPr/>
                    <a:lstStyle/>
                    <a:p>
                      <a:pPr algn="ctr"/>
                      <a:r>
                        <a:rPr lang="en-US" sz="1100">
                          <a:effectLst/>
                        </a:rPr>
                        <a:t>OKC</a:t>
                      </a:r>
                      <a:endParaRPr lang="en-US"/>
                    </a:p>
                  </a:txBody>
                  <a:tcPr/>
                </a:tc>
                <a:tc>
                  <a:txBody>
                    <a:bodyPr/>
                    <a:lstStyle/>
                    <a:p>
                      <a:pPr algn="ctr"/>
                      <a:r>
                        <a:rPr lang="en-US" sz="1100">
                          <a:effectLst/>
                        </a:rPr>
                        <a:t>1</a:t>
                      </a:r>
                      <a:endParaRPr lang="en-US"/>
                    </a:p>
                  </a:txBody>
                  <a:tcPr/>
                </a:tc>
                <a:extLst>
                  <a:ext uri="{0D108BD9-81ED-4DB2-BD59-A6C34878D82A}">
                    <a16:rowId xmlns:a16="http://schemas.microsoft.com/office/drawing/2014/main" val="4054360945"/>
                  </a:ext>
                </a:extLst>
              </a:tr>
              <a:tr h="0">
                <a:tc>
                  <a:txBody>
                    <a:bodyPr/>
                    <a:lstStyle/>
                    <a:p>
                      <a:pPr algn="ctr"/>
                      <a:r>
                        <a:rPr lang="en-US" sz="1100">
                          <a:effectLst/>
                        </a:rPr>
                        <a:t>11</a:t>
                      </a:r>
                      <a:endParaRPr lang="en-US"/>
                    </a:p>
                  </a:txBody>
                  <a:tcPr/>
                </a:tc>
                <a:tc>
                  <a:txBody>
                    <a:bodyPr/>
                    <a:lstStyle/>
                    <a:p>
                      <a:pPr algn="ctr"/>
                      <a:r>
                        <a:rPr lang="en-US" sz="1100">
                          <a:effectLst/>
                        </a:rPr>
                        <a:t>DEN</a:t>
                      </a:r>
                      <a:endParaRPr lang="en-US"/>
                    </a:p>
                  </a:txBody>
                  <a:tcPr/>
                </a:tc>
                <a:tc>
                  <a:txBody>
                    <a:bodyPr/>
                    <a:lstStyle/>
                    <a:p>
                      <a:pPr algn="ctr"/>
                      <a:r>
                        <a:rPr lang="en-US" sz="1100">
                          <a:effectLst/>
                        </a:rPr>
                        <a:t>2</a:t>
                      </a:r>
                      <a:endParaRPr lang="en-US"/>
                    </a:p>
                  </a:txBody>
                  <a:tcPr/>
                </a:tc>
                <a:extLst>
                  <a:ext uri="{0D108BD9-81ED-4DB2-BD59-A6C34878D82A}">
                    <a16:rowId xmlns:a16="http://schemas.microsoft.com/office/drawing/2014/main" val="1043355486"/>
                  </a:ext>
                </a:extLst>
              </a:tr>
              <a:tr h="0">
                <a:tc>
                  <a:txBody>
                    <a:bodyPr/>
                    <a:lstStyle/>
                    <a:p>
                      <a:pPr algn="ctr"/>
                      <a:r>
                        <a:rPr lang="en-US" sz="1100">
                          <a:effectLst/>
                        </a:rPr>
                        <a:t>10</a:t>
                      </a:r>
                      <a:endParaRPr lang="en-US"/>
                    </a:p>
                  </a:txBody>
                  <a:tcPr/>
                </a:tc>
                <a:tc>
                  <a:txBody>
                    <a:bodyPr/>
                    <a:lstStyle/>
                    <a:p>
                      <a:pPr algn="ctr"/>
                      <a:r>
                        <a:rPr lang="en-US" sz="1100">
                          <a:effectLst/>
                        </a:rPr>
                        <a:t>MIN</a:t>
                      </a:r>
                      <a:endParaRPr lang="en-US"/>
                    </a:p>
                  </a:txBody>
                  <a:tcPr/>
                </a:tc>
                <a:tc>
                  <a:txBody>
                    <a:bodyPr/>
                    <a:lstStyle/>
                    <a:p>
                      <a:pPr algn="ctr"/>
                      <a:r>
                        <a:rPr lang="en-US" sz="1100">
                          <a:effectLst/>
                        </a:rPr>
                        <a:t>3</a:t>
                      </a:r>
                      <a:endParaRPr lang="en-US"/>
                    </a:p>
                  </a:txBody>
                  <a:tcPr/>
                </a:tc>
                <a:extLst>
                  <a:ext uri="{0D108BD9-81ED-4DB2-BD59-A6C34878D82A}">
                    <a16:rowId xmlns:a16="http://schemas.microsoft.com/office/drawing/2014/main" val="3355071452"/>
                  </a:ext>
                </a:extLst>
              </a:tr>
              <a:tr h="0">
                <a:tc>
                  <a:txBody>
                    <a:bodyPr/>
                    <a:lstStyle/>
                    <a:p>
                      <a:pPr algn="ctr"/>
                      <a:r>
                        <a:rPr lang="en-US" sz="1100">
                          <a:effectLst/>
                        </a:rPr>
                        <a:t>15</a:t>
                      </a:r>
                      <a:endParaRPr lang="en-US"/>
                    </a:p>
                  </a:txBody>
                  <a:tcPr/>
                </a:tc>
                <a:tc>
                  <a:txBody>
                    <a:bodyPr/>
                    <a:lstStyle/>
                    <a:p>
                      <a:pPr algn="ctr"/>
                      <a:r>
                        <a:rPr lang="en-US" sz="1100">
                          <a:effectLst/>
                        </a:rPr>
                        <a:t>LAC</a:t>
                      </a:r>
                      <a:endParaRPr lang="en-US"/>
                    </a:p>
                  </a:txBody>
                  <a:tcPr/>
                </a:tc>
                <a:tc>
                  <a:txBody>
                    <a:bodyPr/>
                    <a:lstStyle/>
                    <a:p>
                      <a:pPr algn="ctr"/>
                      <a:r>
                        <a:rPr lang="en-US" sz="1100">
                          <a:effectLst/>
                        </a:rPr>
                        <a:t>4</a:t>
                      </a:r>
                      <a:endParaRPr lang="en-US"/>
                    </a:p>
                  </a:txBody>
                  <a:tcPr/>
                </a:tc>
                <a:extLst>
                  <a:ext uri="{0D108BD9-81ED-4DB2-BD59-A6C34878D82A}">
                    <a16:rowId xmlns:a16="http://schemas.microsoft.com/office/drawing/2014/main" val="1630831401"/>
                  </a:ext>
                </a:extLst>
              </a:tr>
              <a:tr h="0">
                <a:tc>
                  <a:txBody>
                    <a:bodyPr/>
                    <a:lstStyle/>
                    <a:p>
                      <a:pPr algn="ctr"/>
                      <a:r>
                        <a:rPr lang="en-US" sz="1100">
                          <a:effectLst/>
                        </a:rPr>
                        <a:t>12</a:t>
                      </a:r>
                      <a:endParaRPr lang="en-US"/>
                    </a:p>
                  </a:txBody>
                  <a:tcPr/>
                </a:tc>
                <a:tc>
                  <a:txBody>
                    <a:bodyPr/>
                    <a:lstStyle/>
                    <a:p>
                      <a:pPr algn="ctr"/>
                      <a:r>
                        <a:rPr lang="en-US" sz="1100">
                          <a:effectLst/>
                        </a:rPr>
                        <a:t>DAL</a:t>
                      </a:r>
                      <a:endParaRPr lang="en-US"/>
                    </a:p>
                  </a:txBody>
                  <a:tcPr/>
                </a:tc>
                <a:tc>
                  <a:txBody>
                    <a:bodyPr/>
                    <a:lstStyle/>
                    <a:p>
                      <a:pPr algn="ctr"/>
                      <a:r>
                        <a:rPr lang="en-US" sz="1100">
                          <a:effectLst/>
                        </a:rPr>
                        <a:t>5</a:t>
                      </a:r>
                      <a:endParaRPr lang="en-US"/>
                    </a:p>
                  </a:txBody>
                  <a:tcPr/>
                </a:tc>
                <a:extLst>
                  <a:ext uri="{0D108BD9-81ED-4DB2-BD59-A6C34878D82A}">
                    <a16:rowId xmlns:a16="http://schemas.microsoft.com/office/drawing/2014/main" val="3192732863"/>
                  </a:ext>
                </a:extLst>
              </a:tr>
              <a:tr h="0">
                <a:tc>
                  <a:txBody>
                    <a:bodyPr/>
                    <a:lstStyle/>
                    <a:p>
                      <a:pPr algn="ctr"/>
                      <a:r>
                        <a:rPr lang="en-US" sz="1100">
                          <a:effectLst/>
                        </a:rPr>
                        <a:t>5</a:t>
                      </a:r>
                      <a:endParaRPr lang="en-US"/>
                    </a:p>
                  </a:txBody>
                  <a:tcPr/>
                </a:tc>
                <a:tc>
                  <a:txBody>
                    <a:bodyPr/>
                    <a:lstStyle/>
                    <a:p>
                      <a:pPr algn="ctr"/>
                      <a:r>
                        <a:rPr lang="en-US" sz="1100">
                          <a:effectLst/>
                        </a:rPr>
                        <a:t>PHO</a:t>
                      </a:r>
                      <a:endParaRPr lang="en-US"/>
                    </a:p>
                  </a:txBody>
                  <a:tcPr/>
                </a:tc>
                <a:tc>
                  <a:txBody>
                    <a:bodyPr/>
                    <a:lstStyle/>
                    <a:p>
                      <a:pPr algn="ctr"/>
                      <a:r>
                        <a:rPr lang="en-US" sz="1100">
                          <a:effectLst/>
                        </a:rPr>
                        <a:t>6</a:t>
                      </a:r>
                      <a:endParaRPr lang="en-US"/>
                    </a:p>
                  </a:txBody>
                  <a:tcPr/>
                </a:tc>
                <a:extLst>
                  <a:ext uri="{0D108BD9-81ED-4DB2-BD59-A6C34878D82A}">
                    <a16:rowId xmlns:a16="http://schemas.microsoft.com/office/drawing/2014/main" val="2365622287"/>
                  </a:ext>
                </a:extLst>
              </a:tr>
              <a:tr h="0">
                <a:tc>
                  <a:txBody>
                    <a:bodyPr/>
                    <a:lstStyle/>
                    <a:p>
                      <a:pPr algn="ctr"/>
                      <a:r>
                        <a:rPr lang="en-US" sz="1100">
                          <a:effectLst/>
                        </a:rPr>
                        <a:t>23</a:t>
                      </a:r>
                      <a:endParaRPr lang="en-US"/>
                    </a:p>
                  </a:txBody>
                  <a:tcPr/>
                </a:tc>
                <a:tc>
                  <a:txBody>
                    <a:bodyPr/>
                    <a:lstStyle/>
                    <a:p>
                      <a:pPr algn="ctr"/>
                      <a:r>
                        <a:rPr lang="en-US" sz="1100">
                          <a:effectLst/>
                        </a:rPr>
                        <a:t>NOP</a:t>
                      </a:r>
                      <a:endParaRPr lang="en-US"/>
                    </a:p>
                  </a:txBody>
                  <a:tcPr/>
                </a:tc>
                <a:tc>
                  <a:txBody>
                    <a:bodyPr/>
                    <a:lstStyle/>
                    <a:p>
                      <a:pPr algn="ctr"/>
                      <a:r>
                        <a:rPr lang="en-US" sz="1100">
                          <a:effectLst/>
                        </a:rPr>
                        <a:t>7</a:t>
                      </a:r>
                      <a:endParaRPr lang="en-US"/>
                    </a:p>
                  </a:txBody>
                  <a:tcPr/>
                </a:tc>
                <a:extLst>
                  <a:ext uri="{0D108BD9-81ED-4DB2-BD59-A6C34878D82A}">
                    <a16:rowId xmlns:a16="http://schemas.microsoft.com/office/drawing/2014/main" val="3915585213"/>
                  </a:ext>
                </a:extLst>
              </a:tr>
              <a:tr h="0">
                <a:tc>
                  <a:txBody>
                    <a:bodyPr/>
                    <a:lstStyle/>
                    <a:p>
                      <a:pPr algn="ctr"/>
                      <a:r>
                        <a:rPr lang="en-US" sz="1100">
                          <a:effectLst/>
                        </a:rPr>
                        <a:t>13</a:t>
                      </a:r>
                      <a:endParaRPr lang="en-US"/>
                    </a:p>
                  </a:txBody>
                  <a:tcPr/>
                </a:tc>
                <a:tc>
                  <a:txBody>
                    <a:bodyPr/>
                    <a:lstStyle/>
                    <a:p>
                      <a:pPr algn="ctr"/>
                      <a:r>
                        <a:rPr lang="en-US" sz="1100">
                          <a:effectLst/>
                        </a:rPr>
                        <a:t>LAL</a:t>
                      </a:r>
                      <a:endParaRPr lang="en-US"/>
                    </a:p>
                  </a:txBody>
                  <a:tcPr/>
                </a:tc>
                <a:tc>
                  <a:txBody>
                    <a:bodyPr/>
                    <a:lstStyle/>
                    <a:p>
                      <a:pPr algn="ctr"/>
                      <a:r>
                        <a:rPr lang="en-US" sz="1100">
                          <a:effectLst/>
                        </a:rPr>
                        <a:t>8</a:t>
                      </a:r>
                      <a:endParaRPr lang="en-US"/>
                    </a:p>
                  </a:txBody>
                  <a:tcPr/>
                </a:tc>
                <a:extLst>
                  <a:ext uri="{0D108BD9-81ED-4DB2-BD59-A6C34878D82A}">
                    <a16:rowId xmlns:a16="http://schemas.microsoft.com/office/drawing/2014/main" val="2532770073"/>
                  </a:ext>
                </a:extLst>
              </a:tr>
              <a:tr h="0">
                <a:tc>
                  <a:txBody>
                    <a:bodyPr/>
                    <a:lstStyle/>
                    <a:p>
                      <a:pPr algn="ctr"/>
                      <a:r>
                        <a:rPr lang="en-US" sz="1100">
                          <a:effectLst/>
                        </a:rPr>
                        <a:t>8</a:t>
                      </a:r>
                      <a:endParaRPr lang="en-US"/>
                    </a:p>
                  </a:txBody>
                  <a:tcPr/>
                </a:tc>
                <a:tc>
                  <a:txBody>
                    <a:bodyPr/>
                    <a:lstStyle/>
                    <a:p>
                      <a:pPr algn="ctr"/>
                      <a:r>
                        <a:rPr lang="en-US" sz="1100">
                          <a:effectLst/>
                        </a:rPr>
                        <a:t>SAC</a:t>
                      </a:r>
                      <a:endParaRPr lang="en-US"/>
                    </a:p>
                  </a:txBody>
                  <a:tcPr/>
                </a:tc>
                <a:tc>
                  <a:txBody>
                    <a:bodyPr/>
                    <a:lstStyle/>
                    <a:p>
                      <a:pPr algn="ctr"/>
                      <a:r>
                        <a:rPr lang="en-US" sz="1100">
                          <a:effectLst/>
                        </a:rPr>
                        <a:t>9</a:t>
                      </a:r>
                      <a:endParaRPr lang="en-US"/>
                    </a:p>
                  </a:txBody>
                  <a:tcPr/>
                </a:tc>
                <a:extLst>
                  <a:ext uri="{0D108BD9-81ED-4DB2-BD59-A6C34878D82A}">
                    <a16:rowId xmlns:a16="http://schemas.microsoft.com/office/drawing/2014/main" val="1301845878"/>
                  </a:ext>
                </a:extLst>
              </a:tr>
              <a:tr h="0">
                <a:tc>
                  <a:txBody>
                    <a:bodyPr/>
                    <a:lstStyle/>
                    <a:p>
                      <a:pPr algn="ctr"/>
                      <a:r>
                        <a:rPr lang="en-US" sz="1100">
                          <a:effectLst/>
                        </a:rPr>
                        <a:t>7</a:t>
                      </a:r>
                      <a:endParaRPr lang="en-US"/>
                    </a:p>
                  </a:txBody>
                  <a:tcPr/>
                </a:tc>
                <a:tc>
                  <a:txBody>
                    <a:bodyPr/>
                    <a:lstStyle/>
                    <a:p>
                      <a:pPr algn="ctr"/>
                      <a:r>
                        <a:rPr lang="en-US" sz="1100">
                          <a:effectLst/>
                        </a:rPr>
                        <a:t>GSW</a:t>
                      </a:r>
                      <a:endParaRPr lang="en-US"/>
                    </a:p>
                  </a:txBody>
                  <a:tcPr/>
                </a:tc>
                <a:tc>
                  <a:txBody>
                    <a:bodyPr/>
                    <a:lstStyle/>
                    <a:p>
                      <a:pPr algn="ctr"/>
                      <a:r>
                        <a:rPr lang="en-US" sz="1100">
                          <a:effectLst/>
                        </a:rPr>
                        <a:t>10</a:t>
                      </a:r>
                      <a:endParaRPr lang="en-US"/>
                    </a:p>
                  </a:txBody>
                  <a:tcPr/>
                </a:tc>
                <a:extLst>
                  <a:ext uri="{0D108BD9-81ED-4DB2-BD59-A6C34878D82A}">
                    <a16:rowId xmlns:a16="http://schemas.microsoft.com/office/drawing/2014/main" val="2760242221"/>
                  </a:ext>
                </a:extLst>
              </a:tr>
              <a:tr h="0">
                <a:tc>
                  <a:txBody>
                    <a:bodyPr/>
                    <a:lstStyle/>
                    <a:p>
                      <a:pPr algn="ctr"/>
                      <a:r>
                        <a:rPr lang="en-US" sz="1100">
                          <a:effectLst/>
                        </a:rPr>
                        <a:t>27</a:t>
                      </a:r>
                      <a:endParaRPr lang="en-US"/>
                    </a:p>
                  </a:txBody>
                  <a:tcPr/>
                </a:tc>
                <a:tc>
                  <a:txBody>
                    <a:bodyPr/>
                    <a:lstStyle/>
                    <a:p>
                      <a:pPr algn="ctr"/>
                      <a:r>
                        <a:rPr lang="en-US" sz="1100">
                          <a:effectLst/>
                        </a:rPr>
                        <a:t>BRK</a:t>
                      </a:r>
                      <a:endParaRPr lang="en-US"/>
                    </a:p>
                  </a:txBody>
                  <a:tcPr/>
                </a:tc>
                <a:tc>
                  <a:txBody>
                    <a:bodyPr/>
                    <a:lstStyle/>
                    <a:p>
                      <a:pPr algn="ctr"/>
                      <a:r>
                        <a:rPr lang="en-US" sz="1100">
                          <a:effectLst/>
                        </a:rPr>
                        <a:t>11</a:t>
                      </a:r>
                      <a:endParaRPr lang="en-US"/>
                    </a:p>
                  </a:txBody>
                  <a:tcPr/>
                </a:tc>
                <a:extLst>
                  <a:ext uri="{0D108BD9-81ED-4DB2-BD59-A6C34878D82A}">
                    <a16:rowId xmlns:a16="http://schemas.microsoft.com/office/drawing/2014/main" val="3771949143"/>
                  </a:ext>
                </a:extLst>
              </a:tr>
              <a:tr h="0">
                <a:tc>
                  <a:txBody>
                    <a:bodyPr/>
                    <a:lstStyle/>
                    <a:p>
                      <a:pPr algn="ctr"/>
                      <a:r>
                        <a:rPr lang="en-US" sz="1100">
                          <a:effectLst/>
                        </a:rPr>
                        <a:t>17</a:t>
                      </a:r>
                      <a:endParaRPr lang="en-US"/>
                    </a:p>
                  </a:txBody>
                  <a:tcPr/>
                </a:tc>
                <a:tc>
                  <a:txBody>
                    <a:bodyPr/>
                    <a:lstStyle/>
                    <a:p>
                      <a:pPr algn="ctr"/>
                      <a:r>
                        <a:rPr lang="en-US" sz="1100">
                          <a:effectLst/>
                        </a:rPr>
                        <a:t>UTA</a:t>
                      </a:r>
                      <a:endParaRPr lang="en-US"/>
                    </a:p>
                  </a:txBody>
                  <a:tcPr/>
                </a:tc>
                <a:tc>
                  <a:txBody>
                    <a:bodyPr/>
                    <a:lstStyle/>
                    <a:p>
                      <a:pPr algn="ctr"/>
                      <a:r>
                        <a:rPr lang="en-US" sz="1100">
                          <a:effectLst/>
                        </a:rPr>
                        <a:t>12</a:t>
                      </a:r>
                      <a:endParaRPr lang="en-US"/>
                    </a:p>
                  </a:txBody>
                  <a:tcPr/>
                </a:tc>
                <a:extLst>
                  <a:ext uri="{0D108BD9-81ED-4DB2-BD59-A6C34878D82A}">
                    <a16:rowId xmlns:a16="http://schemas.microsoft.com/office/drawing/2014/main" val="3028639332"/>
                  </a:ext>
                </a:extLst>
              </a:tr>
              <a:tr h="0">
                <a:tc>
                  <a:txBody>
                    <a:bodyPr/>
                    <a:lstStyle/>
                    <a:p>
                      <a:pPr algn="ctr"/>
                      <a:r>
                        <a:rPr lang="en-US" sz="1100">
                          <a:effectLst/>
                        </a:rPr>
                        <a:t>14</a:t>
                      </a:r>
                      <a:endParaRPr lang="en-US"/>
                    </a:p>
                  </a:txBody>
                  <a:tcPr/>
                </a:tc>
                <a:tc>
                  <a:txBody>
                    <a:bodyPr/>
                    <a:lstStyle/>
                    <a:p>
                      <a:pPr algn="ctr"/>
                      <a:r>
                        <a:rPr lang="en-US" sz="1100">
                          <a:effectLst/>
                        </a:rPr>
                        <a:t>MEM</a:t>
                      </a:r>
                      <a:endParaRPr lang="en-US"/>
                    </a:p>
                  </a:txBody>
                  <a:tcPr/>
                </a:tc>
                <a:tc>
                  <a:txBody>
                    <a:bodyPr/>
                    <a:lstStyle/>
                    <a:p>
                      <a:pPr algn="ctr"/>
                      <a:r>
                        <a:rPr lang="en-US" sz="1100">
                          <a:effectLst/>
                        </a:rPr>
                        <a:t>13</a:t>
                      </a:r>
                      <a:endParaRPr lang="en-US"/>
                    </a:p>
                  </a:txBody>
                  <a:tcPr/>
                </a:tc>
                <a:extLst>
                  <a:ext uri="{0D108BD9-81ED-4DB2-BD59-A6C34878D82A}">
                    <a16:rowId xmlns:a16="http://schemas.microsoft.com/office/drawing/2014/main" val="3754455897"/>
                  </a:ext>
                </a:extLst>
              </a:tr>
              <a:tr h="0">
                <a:tc>
                  <a:txBody>
                    <a:bodyPr/>
                    <a:lstStyle/>
                    <a:p>
                      <a:pPr algn="ctr"/>
                      <a:r>
                        <a:rPr lang="en-US" sz="1100">
                          <a:effectLst/>
                        </a:rPr>
                        <a:t>29</a:t>
                      </a:r>
                      <a:endParaRPr lang="en-US"/>
                    </a:p>
                  </a:txBody>
                  <a:tcPr/>
                </a:tc>
                <a:tc>
                  <a:txBody>
                    <a:bodyPr/>
                    <a:lstStyle/>
                    <a:p>
                      <a:pPr algn="ctr"/>
                      <a:r>
                        <a:rPr lang="en-US" sz="1100">
                          <a:effectLst/>
                        </a:rPr>
                        <a:t>SAS</a:t>
                      </a:r>
                      <a:endParaRPr lang="en-US"/>
                    </a:p>
                  </a:txBody>
                  <a:tcPr/>
                </a:tc>
                <a:tc>
                  <a:txBody>
                    <a:bodyPr/>
                    <a:lstStyle/>
                    <a:p>
                      <a:pPr algn="ctr"/>
                      <a:r>
                        <a:rPr lang="en-US" sz="1100">
                          <a:effectLst/>
                        </a:rPr>
                        <a:t>14</a:t>
                      </a:r>
                      <a:endParaRPr lang="en-US"/>
                    </a:p>
                  </a:txBody>
                  <a:tcPr/>
                </a:tc>
                <a:extLst>
                  <a:ext uri="{0D108BD9-81ED-4DB2-BD59-A6C34878D82A}">
                    <a16:rowId xmlns:a16="http://schemas.microsoft.com/office/drawing/2014/main" val="1404877022"/>
                  </a:ext>
                </a:extLst>
              </a:tr>
              <a:tr h="0">
                <a:tc>
                  <a:txBody>
                    <a:bodyPr/>
                    <a:lstStyle/>
                    <a:p>
                      <a:pPr algn="ctr"/>
                      <a:r>
                        <a:rPr lang="en-US" sz="1100">
                          <a:effectLst/>
                        </a:rPr>
                        <a:t>24</a:t>
                      </a:r>
                      <a:endParaRPr lang="en-US"/>
                    </a:p>
                  </a:txBody>
                  <a:tcPr/>
                </a:tc>
                <a:tc>
                  <a:txBody>
                    <a:bodyPr/>
                    <a:lstStyle/>
                    <a:p>
                      <a:pPr algn="ctr"/>
                      <a:r>
                        <a:rPr lang="en-US" sz="1100">
                          <a:effectLst/>
                        </a:rPr>
                        <a:t>POR</a:t>
                      </a:r>
                      <a:endParaRPr lang="en-US"/>
                    </a:p>
                  </a:txBody>
                  <a:tcPr/>
                </a:tc>
                <a:tc>
                  <a:txBody>
                    <a:bodyPr/>
                    <a:lstStyle/>
                    <a:p>
                      <a:pPr algn="ctr"/>
                      <a:r>
                        <a:rPr lang="en-US" sz="1100">
                          <a:effectLst/>
                        </a:rPr>
                        <a:t>15</a:t>
                      </a:r>
                      <a:endParaRPr lang="en-US"/>
                    </a:p>
                  </a:txBody>
                  <a:tcPr/>
                </a:tc>
                <a:extLst>
                  <a:ext uri="{0D108BD9-81ED-4DB2-BD59-A6C34878D82A}">
                    <a16:rowId xmlns:a16="http://schemas.microsoft.com/office/drawing/2014/main" val="1920028734"/>
                  </a:ext>
                </a:extLst>
              </a:tr>
            </a:tbl>
          </a:graphicData>
        </a:graphic>
      </p:graphicFrame>
    </p:spTree>
    <p:extLst>
      <p:ext uri="{BB962C8B-B14F-4D97-AF65-F5344CB8AC3E}">
        <p14:creationId xmlns:p14="http://schemas.microsoft.com/office/powerpoint/2010/main" val="244412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60528-4D7C-EE5F-8676-39C663CBD595}"/>
              </a:ext>
            </a:extLst>
          </p:cNvPr>
          <p:cNvSpPr>
            <a:spLocks noGrp="1"/>
          </p:cNvSpPr>
          <p:nvPr>
            <p:ph type="title"/>
          </p:nvPr>
        </p:nvSpPr>
        <p:spPr>
          <a:xfrm>
            <a:off x="660042" y="891652"/>
            <a:ext cx="4412021" cy="3030724"/>
          </a:xfrm>
          <a:ln>
            <a:noFill/>
          </a:ln>
        </p:spPr>
        <p:txBody>
          <a:bodyPr vert="horz" lIns="91440" tIns="45720" rIns="91440" bIns="45720" rtlCol="0" anchor="ctr">
            <a:normAutofit/>
          </a:bodyPr>
          <a:lstStyle/>
          <a:p>
            <a:pPr algn="ctr"/>
            <a:r>
              <a:rPr lang="en-US" sz="4000" b="1" kern="1200">
                <a:solidFill>
                  <a:srgbClr val="FFFFFF"/>
                </a:solidFill>
                <a:latin typeface="+mj-lt"/>
                <a:ea typeface="+mj-ea"/>
                <a:cs typeface="+mj-cs"/>
              </a:rPr>
              <a:t>Coaches Table</a:t>
            </a:r>
            <a:r>
              <a:rPr lang="en-US" sz="4000" b="1">
                <a:solidFill>
                  <a:srgbClr val="FFFFFF"/>
                </a:solidFill>
              </a:rPr>
              <a:t>, </a:t>
            </a:r>
            <a:r>
              <a:rPr lang="en-US" sz="4000" b="1" kern="1200">
                <a:solidFill>
                  <a:srgbClr val="FFFFFF"/>
                </a:solidFill>
                <a:latin typeface="+mj-lt"/>
                <a:ea typeface="+mj-ea"/>
                <a:cs typeface="+mj-cs"/>
              </a:rPr>
              <a:t>Attributes with Keys</a:t>
            </a:r>
            <a:endParaRPr lang="en-US" sz="4000" kern="1200">
              <a:solidFill>
                <a:srgbClr val="FFFFFF"/>
              </a:solidFill>
              <a:latin typeface="+mj-lt"/>
              <a:ea typeface="Calibri Light" panose="020F0302020204030204"/>
              <a:cs typeface="Calibri Light" panose="020F0302020204030204"/>
            </a:endParaRPr>
          </a:p>
        </p:txBody>
      </p:sp>
      <p:graphicFrame>
        <p:nvGraphicFramePr>
          <p:cNvPr id="6" name="Content Placeholder 5">
            <a:extLst>
              <a:ext uri="{FF2B5EF4-FFF2-40B4-BE49-F238E27FC236}">
                <a16:creationId xmlns:a16="http://schemas.microsoft.com/office/drawing/2014/main" id="{7A9B6D7D-26ED-87B0-C105-38D9E6D4F2A5}"/>
              </a:ext>
            </a:extLst>
          </p:cNvPr>
          <p:cNvGraphicFramePr>
            <a:graphicFrameLocks noGrp="1"/>
          </p:cNvGraphicFramePr>
          <p:nvPr>
            <p:ph idx="1"/>
            <p:extLst>
              <p:ext uri="{D42A27DB-BD31-4B8C-83A1-F6EECF244321}">
                <p14:modId xmlns:p14="http://schemas.microsoft.com/office/powerpoint/2010/main" val="2233986728"/>
              </p:ext>
            </p:extLst>
          </p:nvPr>
        </p:nvGraphicFramePr>
        <p:xfrm>
          <a:off x="5815262" y="60158"/>
          <a:ext cx="6244312" cy="6736080"/>
        </p:xfrm>
        <a:graphic>
          <a:graphicData uri="http://schemas.openxmlformats.org/drawingml/2006/table">
            <a:tbl>
              <a:tblPr bandRow="1">
                <a:tableStyleId>{3B4B98B0-60AC-42C2-AFA5-B58CD77FA1E5}</a:tableStyleId>
              </a:tblPr>
              <a:tblGrid>
                <a:gridCol w="3122156">
                  <a:extLst>
                    <a:ext uri="{9D8B030D-6E8A-4147-A177-3AD203B41FA5}">
                      <a16:colId xmlns:a16="http://schemas.microsoft.com/office/drawing/2014/main" val="981686588"/>
                    </a:ext>
                  </a:extLst>
                </a:gridCol>
                <a:gridCol w="3122156">
                  <a:extLst>
                    <a:ext uri="{9D8B030D-6E8A-4147-A177-3AD203B41FA5}">
                      <a16:colId xmlns:a16="http://schemas.microsoft.com/office/drawing/2014/main" val="1184998847"/>
                    </a:ext>
                  </a:extLst>
                </a:gridCol>
              </a:tblGrid>
              <a:tr h="257226">
                <a:tc>
                  <a:txBody>
                    <a:bodyPr/>
                    <a:lstStyle/>
                    <a:p>
                      <a:pPr algn="ctr"/>
                      <a:r>
                        <a:rPr lang="en-US" sz="1100" b="1" u="sng">
                          <a:effectLst/>
                        </a:rPr>
                        <a:t>Coach-Name</a:t>
                      </a:r>
                      <a:endParaRPr lang="en-US" sz="1100" b="1" u="sng"/>
                    </a:p>
                  </a:txBody>
                  <a:tcPr anchor="ctr"/>
                </a:tc>
                <a:tc>
                  <a:txBody>
                    <a:bodyPr/>
                    <a:lstStyle/>
                    <a:p>
                      <a:pPr algn="ctr"/>
                      <a:r>
                        <a:rPr lang="en-US" sz="1100" b="1" u="sng">
                          <a:effectLst/>
                        </a:rPr>
                        <a:t>Teams-ID</a:t>
                      </a:r>
                      <a:endParaRPr lang="en-US" sz="1100" b="1" u="sng"/>
                    </a:p>
                  </a:txBody>
                  <a:tcPr anchor="ctr"/>
                </a:tc>
                <a:extLst>
                  <a:ext uri="{0D108BD9-81ED-4DB2-BD59-A6C34878D82A}">
                    <a16:rowId xmlns:a16="http://schemas.microsoft.com/office/drawing/2014/main" val="3107398305"/>
                  </a:ext>
                </a:extLst>
              </a:tr>
              <a:tr h="257226">
                <a:tc>
                  <a:txBody>
                    <a:bodyPr/>
                    <a:lstStyle/>
                    <a:p>
                      <a:pPr algn="ctr"/>
                      <a:r>
                        <a:rPr lang="en-US" sz="1100">
                          <a:effectLst/>
                        </a:rPr>
                        <a:t>Billy Donovan</a:t>
                      </a:r>
                      <a:endParaRPr lang="en-US"/>
                    </a:p>
                  </a:txBody>
                  <a:tcPr anchor="ctr"/>
                </a:tc>
                <a:tc>
                  <a:txBody>
                    <a:bodyPr/>
                    <a:lstStyle/>
                    <a:p>
                      <a:pPr algn="ctr"/>
                      <a:r>
                        <a:rPr lang="en-US" sz="1100">
                          <a:effectLst/>
                        </a:rPr>
                        <a:t>19</a:t>
                      </a:r>
                      <a:endParaRPr lang="en-US"/>
                    </a:p>
                  </a:txBody>
                  <a:tcPr anchor="ctr"/>
                </a:tc>
                <a:extLst>
                  <a:ext uri="{0D108BD9-81ED-4DB2-BD59-A6C34878D82A}">
                    <a16:rowId xmlns:a16="http://schemas.microsoft.com/office/drawing/2014/main" val="4144936527"/>
                  </a:ext>
                </a:extLst>
              </a:tr>
              <a:tr h="257226">
                <a:tc>
                  <a:txBody>
                    <a:bodyPr/>
                    <a:lstStyle/>
                    <a:p>
                      <a:pPr algn="ctr"/>
                      <a:r>
                        <a:rPr lang="en-US" sz="1100">
                          <a:effectLst/>
                        </a:rPr>
                        <a:t>Brian Keefe</a:t>
                      </a:r>
                      <a:endParaRPr lang="en-US"/>
                    </a:p>
                  </a:txBody>
                  <a:tcPr anchor="ctr"/>
                </a:tc>
                <a:tc>
                  <a:txBody>
                    <a:bodyPr/>
                    <a:lstStyle/>
                    <a:p>
                      <a:pPr algn="ctr"/>
                      <a:r>
                        <a:rPr lang="en-US" sz="1100">
                          <a:effectLst/>
                        </a:rPr>
                        <a:t>22</a:t>
                      </a:r>
                      <a:endParaRPr lang="en-US"/>
                    </a:p>
                  </a:txBody>
                  <a:tcPr anchor="ctr"/>
                </a:tc>
                <a:extLst>
                  <a:ext uri="{0D108BD9-81ED-4DB2-BD59-A6C34878D82A}">
                    <a16:rowId xmlns:a16="http://schemas.microsoft.com/office/drawing/2014/main" val="3993977789"/>
                  </a:ext>
                </a:extLst>
              </a:tr>
              <a:tr h="257226">
                <a:tc>
                  <a:txBody>
                    <a:bodyPr/>
                    <a:lstStyle/>
                    <a:p>
                      <a:pPr algn="ctr"/>
                      <a:r>
                        <a:rPr lang="en-US" sz="1100">
                          <a:effectLst/>
                        </a:rPr>
                        <a:t>Chauncey Billups</a:t>
                      </a:r>
                      <a:endParaRPr lang="en-US"/>
                    </a:p>
                  </a:txBody>
                  <a:tcPr anchor="ctr"/>
                </a:tc>
                <a:tc>
                  <a:txBody>
                    <a:bodyPr/>
                    <a:lstStyle/>
                    <a:p>
                      <a:pPr algn="ctr"/>
                      <a:r>
                        <a:rPr lang="en-US" sz="1100">
                          <a:effectLst/>
                        </a:rPr>
                        <a:t>24</a:t>
                      </a:r>
                      <a:endParaRPr lang="en-US"/>
                    </a:p>
                  </a:txBody>
                  <a:tcPr anchor="ctr"/>
                </a:tc>
                <a:extLst>
                  <a:ext uri="{0D108BD9-81ED-4DB2-BD59-A6C34878D82A}">
                    <a16:rowId xmlns:a16="http://schemas.microsoft.com/office/drawing/2014/main" val="2704679086"/>
                  </a:ext>
                </a:extLst>
              </a:tr>
              <a:tr h="257226">
                <a:tc>
                  <a:txBody>
                    <a:bodyPr/>
                    <a:lstStyle/>
                    <a:p>
                      <a:pPr algn="ctr"/>
                      <a:r>
                        <a:rPr lang="en-US" sz="1100">
                          <a:effectLst/>
                        </a:rPr>
                        <a:t>Chris Finch</a:t>
                      </a:r>
                      <a:endParaRPr lang="en-US"/>
                    </a:p>
                  </a:txBody>
                  <a:tcPr anchor="ctr"/>
                </a:tc>
                <a:tc>
                  <a:txBody>
                    <a:bodyPr/>
                    <a:lstStyle/>
                    <a:p>
                      <a:pPr algn="ctr"/>
                      <a:r>
                        <a:rPr lang="en-US" sz="1100">
                          <a:effectLst/>
                        </a:rPr>
                        <a:t>10</a:t>
                      </a:r>
                      <a:endParaRPr lang="en-US"/>
                    </a:p>
                  </a:txBody>
                  <a:tcPr anchor="ctr"/>
                </a:tc>
                <a:extLst>
                  <a:ext uri="{0D108BD9-81ED-4DB2-BD59-A6C34878D82A}">
                    <a16:rowId xmlns:a16="http://schemas.microsoft.com/office/drawing/2014/main" val="3181635602"/>
                  </a:ext>
                </a:extLst>
              </a:tr>
              <a:tr h="257226">
                <a:tc>
                  <a:txBody>
                    <a:bodyPr/>
                    <a:lstStyle/>
                    <a:p>
                      <a:pPr algn="ctr"/>
                      <a:r>
                        <a:rPr lang="en-US" sz="1100">
                          <a:effectLst/>
                        </a:rPr>
                        <a:t>Darko </a:t>
                      </a:r>
                      <a:r>
                        <a:rPr lang="en-US" sz="1100" err="1">
                          <a:effectLst/>
                        </a:rPr>
                        <a:t>Rajaković</a:t>
                      </a:r>
                      <a:endParaRPr lang="en-US"/>
                    </a:p>
                  </a:txBody>
                  <a:tcPr anchor="ctr"/>
                </a:tc>
                <a:tc>
                  <a:txBody>
                    <a:bodyPr/>
                    <a:lstStyle/>
                    <a:p>
                      <a:pPr algn="ctr"/>
                      <a:r>
                        <a:rPr lang="en-US" sz="1100">
                          <a:effectLst/>
                        </a:rPr>
                        <a:t>30</a:t>
                      </a:r>
                      <a:endParaRPr lang="en-US"/>
                    </a:p>
                  </a:txBody>
                  <a:tcPr anchor="ctr"/>
                </a:tc>
                <a:extLst>
                  <a:ext uri="{0D108BD9-81ED-4DB2-BD59-A6C34878D82A}">
                    <a16:rowId xmlns:a16="http://schemas.microsoft.com/office/drawing/2014/main" val="3170665179"/>
                  </a:ext>
                </a:extLst>
              </a:tr>
              <a:tr h="257226">
                <a:tc>
                  <a:txBody>
                    <a:bodyPr/>
                    <a:lstStyle/>
                    <a:p>
                      <a:pPr algn="ctr"/>
                      <a:r>
                        <a:rPr lang="en-US" sz="1100">
                          <a:effectLst/>
                        </a:rPr>
                        <a:t>Darvin Ham</a:t>
                      </a:r>
                      <a:endParaRPr lang="en-US"/>
                    </a:p>
                  </a:txBody>
                  <a:tcPr anchor="ctr"/>
                </a:tc>
                <a:tc>
                  <a:txBody>
                    <a:bodyPr/>
                    <a:lstStyle/>
                    <a:p>
                      <a:pPr algn="ctr"/>
                      <a:r>
                        <a:rPr lang="en-US" sz="1100">
                          <a:effectLst/>
                        </a:rPr>
                        <a:t>13</a:t>
                      </a:r>
                      <a:endParaRPr lang="en-US"/>
                    </a:p>
                  </a:txBody>
                  <a:tcPr anchor="ctr"/>
                </a:tc>
                <a:extLst>
                  <a:ext uri="{0D108BD9-81ED-4DB2-BD59-A6C34878D82A}">
                    <a16:rowId xmlns:a16="http://schemas.microsoft.com/office/drawing/2014/main" val="1742234046"/>
                  </a:ext>
                </a:extLst>
              </a:tr>
              <a:tr h="257226">
                <a:tc>
                  <a:txBody>
                    <a:bodyPr/>
                    <a:lstStyle/>
                    <a:p>
                      <a:pPr algn="ctr"/>
                      <a:r>
                        <a:rPr lang="en-US" sz="1100">
                          <a:effectLst/>
                        </a:rPr>
                        <a:t>Doc Rivers</a:t>
                      </a:r>
                      <a:endParaRPr lang="en-US"/>
                    </a:p>
                  </a:txBody>
                  <a:tcPr anchor="ctr"/>
                </a:tc>
                <a:tc>
                  <a:txBody>
                    <a:bodyPr/>
                    <a:lstStyle/>
                    <a:p>
                      <a:pPr algn="ctr"/>
                      <a:r>
                        <a:rPr lang="en-US" sz="1100">
                          <a:effectLst/>
                        </a:rPr>
                        <a:t>3</a:t>
                      </a:r>
                      <a:endParaRPr lang="en-US"/>
                    </a:p>
                  </a:txBody>
                  <a:tcPr anchor="ctr"/>
                </a:tc>
                <a:extLst>
                  <a:ext uri="{0D108BD9-81ED-4DB2-BD59-A6C34878D82A}">
                    <a16:rowId xmlns:a16="http://schemas.microsoft.com/office/drawing/2014/main" val="2536746806"/>
                  </a:ext>
                </a:extLst>
              </a:tr>
              <a:tr h="257226">
                <a:tc>
                  <a:txBody>
                    <a:bodyPr/>
                    <a:lstStyle/>
                    <a:p>
                      <a:pPr algn="ctr"/>
                      <a:r>
                        <a:rPr lang="en-US" sz="1100">
                          <a:effectLst/>
                        </a:rPr>
                        <a:t>Erik Spoelstra</a:t>
                      </a:r>
                      <a:endParaRPr lang="en-US"/>
                    </a:p>
                  </a:txBody>
                  <a:tcPr anchor="ctr"/>
                </a:tc>
                <a:tc>
                  <a:txBody>
                    <a:bodyPr/>
                    <a:lstStyle/>
                    <a:p>
                      <a:pPr algn="ctr"/>
                      <a:r>
                        <a:rPr lang="en-US" sz="1100">
                          <a:effectLst/>
                        </a:rPr>
                        <a:t>25</a:t>
                      </a:r>
                      <a:endParaRPr lang="en-US"/>
                    </a:p>
                  </a:txBody>
                  <a:tcPr anchor="ctr"/>
                </a:tc>
                <a:extLst>
                  <a:ext uri="{0D108BD9-81ED-4DB2-BD59-A6C34878D82A}">
                    <a16:rowId xmlns:a16="http://schemas.microsoft.com/office/drawing/2014/main" val="2674117007"/>
                  </a:ext>
                </a:extLst>
              </a:tr>
              <a:tr h="257226">
                <a:tc>
                  <a:txBody>
                    <a:bodyPr/>
                    <a:lstStyle/>
                    <a:p>
                      <a:pPr algn="ctr"/>
                      <a:r>
                        <a:rPr lang="en-US" sz="1100">
                          <a:effectLst/>
                        </a:rPr>
                        <a:t>Frank Vogel</a:t>
                      </a:r>
                      <a:endParaRPr lang="en-US"/>
                    </a:p>
                  </a:txBody>
                  <a:tcPr anchor="ctr"/>
                </a:tc>
                <a:tc>
                  <a:txBody>
                    <a:bodyPr/>
                    <a:lstStyle/>
                    <a:p>
                      <a:pPr algn="ctr"/>
                      <a:r>
                        <a:rPr lang="en-US" sz="1100">
                          <a:effectLst/>
                        </a:rPr>
                        <a:t>5</a:t>
                      </a:r>
                      <a:endParaRPr lang="en-US"/>
                    </a:p>
                  </a:txBody>
                  <a:tcPr anchor="ctr"/>
                </a:tc>
                <a:extLst>
                  <a:ext uri="{0D108BD9-81ED-4DB2-BD59-A6C34878D82A}">
                    <a16:rowId xmlns:a16="http://schemas.microsoft.com/office/drawing/2014/main" val="1298462503"/>
                  </a:ext>
                </a:extLst>
              </a:tr>
              <a:tr h="257226">
                <a:tc>
                  <a:txBody>
                    <a:bodyPr/>
                    <a:lstStyle/>
                    <a:p>
                      <a:pPr algn="ctr"/>
                      <a:r>
                        <a:rPr lang="en-US" sz="1100">
                          <a:effectLst/>
                        </a:rPr>
                        <a:t>Gregg Popovich</a:t>
                      </a:r>
                      <a:endParaRPr lang="en-US"/>
                    </a:p>
                  </a:txBody>
                  <a:tcPr anchor="ctr"/>
                </a:tc>
                <a:tc>
                  <a:txBody>
                    <a:bodyPr/>
                    <a:lstStyle/>
                    <a:p>
                      <a:pPr algn="ctr"/>
                      <a:r>
                        <a:rPr lang="en-US" sz="1100">
                          <a:effectLst/>
                        </a:rPr>
                        <a:t>29</a:t>
                      </a:r>
                      <a:endParaRPr lang="en-US"/>
                    </a:p>
                  </a:txBody>
                  <a:tcPr anchor="ctr"/>
                </a:tc>
                <a:extLst>
                  <a:ext uri="{0D108BD9-81ED-4DB2-BD59-A6C34878D82A}">
                    <a16:rowId xmlns:a16="http://schemas.microsoft.com/office/drawing/2014/main" val="4279365869"/>
                  </a:ext>
                </a:extLst>
              </a:tr>
              <a:tr h="257226">
                <a:tc>
                  <a:txBody>
                    <a:bodyPr/>
                    <a:lstStyle/>
                    <a:p>
                      <a:pPr algn="ctr"/>
                      <a:r>
                        <a:rPr lang="en-US" sz="1100">
                          <a:effectLst/>
                        </a:rPr>
                        <a:t>Ime Udoka</a:t>
                      </a:r>
                      <a:endParaRPr lang="en-US"/>
                    </a:p>
                  </a:txBody>
                  <a:tcPr anchor="ctr"/>
                </a:tc>
                <a:tc>
                  <a:txBody>
                    <a:bodyPr/>
                    <a:lstStyle/>
                    <a:p>
                      <a:pPr algn="ctr"/>
                      <a:r>
                        <a:rPr lang="en-US" sz="1100">
                          <a:effectLst/>
                        </a:rPr>
                        <a:t>28</a:t>
                      </a:r>
                      <a:endParaRPr lang="en-US"/>
                    </a:p>
                  </a:txBody>
                  <a:tcPr anchor="ctr"/>
                </a:tc>
                <a:extLst>
                  <a:ext uri="{0D108BD9-81ED-4DB2-BD59-A6C34878D82A}">
                    <a16:rowId xmlns:a16="http://schemas.microsoft.com/office/drawing/2014/main" val="3519482810"/>
                  </a:ext>
                </a:extLst>
              </a:tr>
              <a:tr h="257226">
                <a:tc>
                  <a:txBody>
                    <a:bodyPr/>
                    <a:lstStyle/>
                    <a:p>
                      <a:pPr algn="ctr"/>
                      <a:r>
                        <a:rPr lang="en-US" sz="1100">
                          <a:effectLst/>
                        </a:rPr>
                        <a:t>J. B. Bickerstaff</a:t>
                      </a:r>
                      <a:endParaRPr lang="en-US"/>
                    </a:p>
                  </a:txBody>
                  <a:tcPr anchor="ctr"/>
                </a:tc>
                <a:tc>
                  <a:txBody>
                    <a:bodyPr/>
                    <a:lstStyle/>
                    <a:p>
                      <a:pPr algn="ctr"/>
                      <a:r>
                        <a:rPr lang="en-US" sz="1100">
                          <a:effectLst/>
                        </a:rPr>
                        <a:t>4</a:t>
                      </a:r>
                      <a:endParaRPr lang="en-US"/>
                    </a:p>
                  </a:txBody>
                  <a:tcPr anchor="ctr"/>
                </a:tc>
                <a:extLst>
                  <a:ext uri="{0D108BD9-81ED-4DB2-BD59-A6C34878D82A}">
                    <a16:rowId xmlns:a16="http://schemas.microsoft.com/office/drawing/2014/main" val="3225682194"/>
                  </a:ext>
                </a:extLst>
              </a:tr>
              <a:tr h="257226">
                <a:tc>
                  <a:txBody>
                    <a:bodyPr/>
                    <a:lstStyle/>
                    <a:p>
                      <a:pPr algn="ctr"/>
                      <a:r>
                        <a:rPr lang="en-US" sz="1100">
                          <a:effectLst/>
                        </a:rPr>
                        <a:t>Jamahl Mosley</a:t>
                      </a:r>
                      <a:endParaRPr lang="en-US"/>
                    </a:p>
                  </a:txBody>
                  <a:tcPr anchor="ctr"/>
                </a:tc>
                <a:tc>
                  <a:txBody>
                    <a:bodyPr/>
                    <a:lstStyle/>
                    <a:p>
                      <a:pPr algn="ctr"/>
                      <a:r>
                        <a:rPr lang="en-US" sz="1100">
                          <a:effectLst/>
                        </a:rPr>
                        <a:t>18</a:t>
                      </a:r>
                      <a:endParaRPr lang="en-US"/>
                    </a:p>
                  </a:txBody>
                  <a:tcPr anchor="ctr"/>
                </a:tc>
                <a:extLst>
                  <a:ext uri="{0D108BD9-81ED-4DB2-BD59-A6C34878D82A}">
                    <a16:rowId xmlns:a16="http://schemas.microsoft.com/office/drawing/2014/main" val="1045213707"/>
                  </a:ext>
                </a:extLst>
              </a:tr>
              <a:tr h="257226">
                <a:tc>
                  <a:txBody>
                    <a:bodyPr/>
                    <a:lstStyle/>
                    <a:p>
                      <a:pPr algn="ctr"/>
                      <a:r>
                        <a:rPr lang="en-US" sz="1100">
                          <a:effectLst/>
                        </a:rPr>
                        <a:t>Jason Kidd</a:t>
                      </a:r>
                      <a:endParaRPr lang="en-US"/>
                    </a:p>
                  </a:txBody>
                  <a:tcPr anchor="ctr"/>
                </a:tc>
                <a:tc>
                  <a:txBody>
                    <a:bodyPr/>
                    <a:lstStyle/>
                    <a:p>
                      <a:pPr algn="ctr"/>
                      <a:r>
                        <a:rPr lang="en-US" sz="1100">
                          <a:effectLst/>
                        </a:rPr>
                        <a:t>12</a:t>
                      </a:r>
                      <a:endParaRPr lang="en-US"/>
                    </a:p>
                  </a:txBody>
                  <a:tcPr anchor="ctr"/>
                </a:tc>
                <a:extLst>
                  <a:ext uri="{0D108BD9-81ED-4DB2-BD59-A6C34878D82A}">
                    <a16:rowId xmlns:a16="http://schemas.microsoft.com/office/drawing/2014/main" val="424906482"/>
                  </a:ext>
                </a:extLst>
              </a:tr>
              <a:tr h="257226">
                <a:tc>
                  <a:txBody>
                    <a:bodyPr/>
                    <a:lstStyle/>
                    <a:p>
                      <a:pPr algn="ctr"/>
                      <a:r>
                        <a:rPr lang="en-US" sz="1100">
                          <a:effectLst/>
                        </a:rPr>
                        <a:t>Joe Mazzulla</a:t>
                      </a:r>
                      <a:endParaRPr lang="en-US"/>
                    </a:p>
                  </a:txBody>
                  <a:tcPr anchor="ctr"/>
                </a:tc>
                <a:tc>
                  <a:txBody>
                    <a:bodyPr/>
                    <a:lstStyle/>
                    <a:p>
                      <a:pPr algn="ctr"/>
                      <a:r>
                        <a:rPr lang="en-US" sz="1100">
                          <a:effectLst/>
                        </a:rPr>
                        <a:t>21</a:t>
                      </a:r>
                      <a:endParaRPr lang="en-US"/>
                    </a:p>
                  </a:txBody>
                  <a:tcPr anchor="ctr"/>
                </a:tc>
                <a:extLst>
                  <a:ext uri="{0D108BD9-81ED-4DB2-BD59-A6C34878D82A}">
                    <a16:rowId xmlns:a16="http://schemas.microsoft.com/office/drawing/2014/main" val="2606318423"/>
                  </a:ext>
                </a:extLst>
              </a:tr>
              <a:tr h="257226">
                <a:tc>
                  <a:txBody>
                    <a:bodyPr/>
                    <a:lstStyle/>
                    <a:p>
                      <a:pPr algn="ctr"/>
                      <a:r>
                        <a:rPr lang="en-US" sz="1100">
                          <a:effectLst/>
                        </a:rPr>
                        <a:t>Jordi Fernández</a:t>
                      </a:r>
                      <a:endParaRPr lang="en-US"/>
                    </a:p>
                  </a:txBody>
                  <a:tcPr anchor="ctr"/>
                </a:tc>
                <a:tc>
                  <a:txBody>
                    <a:bodyPr/>
                    <a:lstStyle/>
                    <a:p>
                      <a:pPr algn="ctr"/>
                      <a:r>
                        <a:rPr lang="en-US" sz="1100">
                          <a:effectLst/>
                        </a:rPr>
                        <a:t>27</a:t>
                      </a:r>
                      <a:endParaRPr lang="en-US"/>
                    </a:p>
                  </a:txBody>
                  <a:tcPr anchor="ctr"/>
                </a:tc>
                <a:extLst>
                  <a:ext uri="{0D108BD9-81ED-4DB2-BD59-A6C34878D82A}">
                    <a16:rowId xmlns:a16="http://schemas.microsoft.com/office/drawing/2014/main" val="4177639619"/>
                  </a:ext>
                </a:extLst>
              </a:tr>
              <a:tr h="257226">
                <a:tc>
                  <a:txBody>
                    <a:bodyPr/>
                    <a:lstStyle/>
                    <a:p>
                      <a:pPr algn="ctr"/>
                      <a:r>
                        <a:rPr lang="en-US" sz="1100">
                          <a:effectLst/>
                        </a:rPr>
                        <a:t>Mark Daigneault</a:t>
                      </a:r>
                      <a:endParaRPr lang="en-US"/>
                    </a:p>
                  </a:txBody>
                  <a:tcPr anchor="ctr"/>
                </a:tc>
                <a:tc>
                  <a:txBody>
                    <a:bodyPr/>
                    <a:lstStyle/>
                    <a:p>
                      <a:pPr algn="ctr"/>
                      <a:r>
                        <a:rPr lang="en-US" sz="1100">
                          <a:effectLst/>
                        </a:rPr>
                        <a:t>2</a:t>
                      </a:r>
                      <a:endParaRPr lang="en-US"/>
                    </a:p>
                  </a:txBody>
                  <a:tcPr anchor="ctr"/>
                </a:tc>
                <a:extLst>
                  <a:ext uri="{0D108BD9-81ED-4DB2-BD59-A6C34878D82A}">
                    <a16:rowId xmlns:a16="http://schemas.microsoft.com/office/drawing/2014/main" val="1421287229"/>
                  </a:ext>
                </a:extLst>
              </a:tr>
              <a:tr h="257226">
                <a:tc>
                  <a:txBody>
                    <a:bodyPr/>
                    <a:lstStyle/>
                    <a:p>
                      <a:pPr algn="ctr"/>
                      <a:r>
                        <a:rPr lang="en-US" sz="1100">
                          <a:effectLst/>
                        </a:rPr>
                        <a:t>Michael Malone</a:t>
                      </a:r>
                      <a:endParaRPr lang="en-US"/>
                    </a:p>
                  </a:txBody>
                  <a:tcPr anchor="ctr"/>
                </a:tc>
                <a:tc>
                  <a:txBody>
                    <a:bodyPr/>
                    <a:lstStyle/>
                    <a:p>
                      <a:pPr algn="ctr"/>
                      <a:r>
                        <a:rPr lang="en-US" sz="1100">
                          <a:effectLst/>
                        </a:rPr>
                        <a:t>11</a:t>
                      </a:r>
                      <a:endParaRPr lang="en-US"/>
                    </a:p>
                  </a:txBody>
                  <a:tcPr anchor="ctr"/>
                </a:tc>
                <a:extLst>
                  <a:ext uri="{0D108BD9-81ED-4DB2-BD59-A6C34878D82A}">
                    <a16:rowId xmlns:a16="http://schemas.microsoft.com/office/drawing/2014/main" val="3810360491"/>
                  </a:ext>
                </a:extLst>
              </a:tr>
              <a:tr h="257226">
                <a:tc>
                  <a:txBody>
                    <a:bodyPr/>
                    <a:lstStyle/>
                    <a:p>
                      <a:pPr algn="ctr"/>
                      <a:r>
                        <a:rPr lang="en-US" sz="1100">
                          <a:effectLst/>
                        </a:rPr>
                        <a:t>Mike Brown</a:t>
                      </a:r>
                      <a:endParaRPr lang="en-US"/>
                    </a:p>
                  </a:txBody>
                  <a:tcPr anchor="ctr"/>
                </a:tc>
                <a:tc>
                  <a:txBody>
                    <a:bodyPr/>
                    <a:lstStyle/>
                    <a:p>
                      <a:pPr algn="ctr"/>
                      <a:r>
                        <a:rPr lang="en-US" sz="1100">
                          <a:effectLst/>
                        </a:rPr>
                        <a:t>8</a:t>
                      </a:r>
                      <a:endParaRPr lang="en-US"/>
                    </a:p>
                  </a:txBody>
                  <a:tcPr anchor="ctr"/>
                </a:tc>
                <a:extLst>
                  <a:ext uri="{0D108BD9-81ED-4DB2-BD59-A6C34878D82A}">
                    <a16:rowId xmlns:a16="http://schemas.microsoft.com/office/drawing/2014/main" val="433992128"/>
                  </a:ext>
                </a:extLst>
              </a:tr>
              <a:tr h="257226">
                <a:tc>
                  <a:txBody>
                    <a:bodyPr/>
                    <a:lstStyle/>
                    <a:p>
                      <a:pPr algn="ctr"/>
                      <a:r>
                        <a:rPr lang="en-US" sz="1100">
                          <a:effectLst/>
                        </a:rPr>
                        <a:t>Monty Williams</a:t>
                      </a:r>
                      <a:endParaRPr lang="en-US"/>
                    </a:p>
                  </a:txBody>
                  <a:tcPr anchor="ctr"/>
                </a:tc>
                <a:tc>
                  <a:txBody>
                    <a:bodyPr/>
                    <a:lstStyle/>
                    <a:p>
                      <a:pPr algn="ctr"/>
                      <a:r>
                        <a:rPr lang="en-US" sz="1100">
                          <a:effectLst/>
                        </a:rPr>
                        <a:t>20</a:t>
                      </a:r>
                      <a:endParaRPr lang="en-US"/>
                    </a:p>
                  </a:txBody>
                  <a:tcPr anchor="ctr"/>
                </a:tc>
                <a:extLst>
                  <a:ext uri="{0D108BD9-81ED-4DB2-BD59-A6C34878D82A}">
                    <a16:rowId xmlns:a16="http://schemas.microsoft.com/office/drawing/2014/main" val="1818572546"/>
                  </a:ext>
                </a:extLst>
              </a:tr>
              <a:tr h="257226">
                <a:tc>
                  <a:txBody>
                    <a:bodyPr/>
                    <a:lstStyle/>
                    <a:p>
                      <a:pPr algn="ctr"/>
                      <a:r>
                        <a:rPr lang="en-US" sz="1100">
                          <a:effectLst/>
                        </a:rPr>
                        <a:t>Nick Nurse</a:t>
                      </a:r>
                    </a:p>
                  </a:txBody>
                  <a:tcPr anchor="ctr"/>
                </a:tc>
                <a:tc>
                  <a:txBody>
                    <a:bodyPr/>
                    <a:lstStyle/>
                    <a:p>
                      <a:pPr algn="ctr"/>
                      <a:r>
                        <a:rPr lang="en-US" sz="1100">
                          <a:effectLst/>
                        </a:rPr>
                        <a:t>1</a:t>
                      </a:r>
                      <a:endParaRPr lang="en-US"/>
                    </a:p>
                  </a:txBody>
                  <a:tcPr anchor="ctr"/>
                </a:tc>
                <a:extLst>
                  <a:ext uri="{0D108BD9-81ED-4DB2-BD59-A6C34878D82A}">
                    <a16:rowId xmlns:a16="http://schemas.microsoft.com/office/drawing/2014/main" val="3907402722"/>
                  </a:ext>
                </a:extLst>
              </a:tr>
              <a:tr h="257226">
                <a:tc>
                  <a:txBody>
                    <a:bodyPr/>
                    <a:lstStyle/>
                    <a:p>
                      <a:pPr algn="ctr"/>
                      <a:r>
                        <a:rPr lang="en-US" sz="1100">
                          <a:effectLst/>
                        </a:rPr>
                        <a:t>Quin Snyder</a:t>
                      </a:r>
                      <a:endParaRPr lang="en-US"/>
                    </a:p>
                  </a:txBody>
                  <a:tcPr anchor="ctr"/>
                </a:tc>
                <a:tc>
                  <a:txBody>
                    <a:bodyPr/>
                    <a:lstStyle/>
                    <a:p>
                      <a:pPr algn="ctr"/>
                      <a:r>
                        <a:rPr lang="en-US" sz="1100">
                          <a:effectLst/>
                        </a:rPr>
                        <a:t>9</a:t>
                      </a:r>
                      <a:endParaRPr lang="en-US"/>
                    </a:p>
                  </a:txBody>
                  <a:tcPr anchor="ctr"/>
                </a:tc>
                <a:extLst>
                  <a:ext uri="{0D108BD9-81ED-4DB2-BD59-A6C34878D82A}">
                    <a16:rowId xmlns:a16="http://schemas.microsoft.com/office/drawing/2014/main" val="2156274609"/>
                  </a:ext>
                </a:extLst>
              </a:tr>
              <a:tr h="257226">
                <a:tc>
                  <a:txBody>
                    <a:bodyPr/>
                    <a:lstStyle/>
                    <a:p>
                      <a:pPr algn="ctr"/>
                      <a:r>
                        <a:rPr lang="en-US" sz="1100">
                          <a:effectLst/>
                        </a:rPr>
                        <a:t>Rick Carlisle</a:t>
                      </a:r>
                      <a:endParaRPr lang="en-US"/>
                    </a:p>
                  </a:txBody>
                  <a:tcPr anchor="ctr"/>
                </a:tc>
                <a:tc>
                  <a:txBody>
                    <a:bodyPr/>
                    <a:lstStyle/>
                    <a:p>
                      <a:pPr algn="ctr"/>
                      <a:r>
                        <a:rPr lang="en-US" sz="1100">
                          <a:effectLst/>
                        </a:rPr>
                        <a:t>26</a:t>
                      </a:r>
                      <a:endParaRPr lang="en-US"/>
                    </a:p>
                  </a:txBody>
                  <a:tcPr anchor="ctr"/>
                </a:tc>
                <a:extLst>
                  <a:ext uri="{0D108BD9-81ED-4DB2-BD59-A6C34878D82A}">
                    <a16:rowId xmlns:a16="http://schemas.microsoft.com/office/drawing/2014/main" val="1082542971"/>
                  </a:ext>
                </a:extLst>
              </a:tr>
              <a:tr h="257226">
                <a:tc>
                  <a:txBody>
                    <a:bodyPr/>
                    <a:lstStyle/>
                    <a:p>
                      <a:pPr algn="ctr"/>
                      <a:r>
                        <a:rPr lang="en-US" sz="1100">
                          <a:effectLst/>
                        </a:rPr>
                        <a:t>Steve Clifford</a:t>
                      </a:r>
                      <a:endParaRPr lang="en-US"/>
                    </a:p>
                  </a:txBody>
                  <a:tcPr anchor="ctr"/>
                </a:tc>
                <a:tc>
                  <a:txBody>
                    <a:bodyPr/>
                    <a:lstStyle/>
                    <a:p>
                      <a:pPr algn="ctr"/>
                      <a:r>
                        <a:rPr lang="en-US" sz="1100">
                          <a:effectLst/>
                        </a:rPr>
                        <a:t>16</a:t>
                      </a:r>
                      <a:endParaRPr lang="en-US"/>
                    </a:p>
                  </a:txBody>
                  <a:tcPr anchor="ctr"/>
                </a:tc>
                <a:extLst>
                  <a:ext uri="{0D108BD9-81ED-4DB2-BD59-A6C34878D82A}">
                    <a16:rowId xmlns:a16="http://schemas.microsoft.com/office/drawing/2014/main" val="16551936"/>
                  </a:ext>
                </a:extLst>
              </a:tr>
              <a:tr h="257226">
                <a:tc>
                  <a:txBody>
                    <a:bodyPr/>
                    <a:lstStyle/>
                    <a:p>
                      <a:pPr algn="ctr"/>
                      <a:r>
                        <a:rPr lang="en-US" sz="1100">
                          <a:effectLst/>
                        </a:rPr>
                        <a:t>Steve Kerr</a:t>
                      </a:r>
                      <a:endParaRPr lang="en-US"/>
                    </a:p>
                  </a:txBody>
                  <a:tcPr anchor="ctr"/>
                </a:tc>
                <a:tc>
                  <a:txBody>
                    <a:bodyPr/>
                    <a:lstStyle/>
                    <a:p>
                      <a:pPr algn="ctr"/>
                      <a:r>
                        <a:rPr lang="en-US" sz="1100">
                          <a:effectLst/>
                        </a:rPr>
                        <a:t>7</a:t>
                      </a:r>
                      <a:endParaRPr lang="en-US"/>
                    </a:p>
                  </a:txBody>
                  <a:tcPr anchor="ctr"/>
                </a:tc>
                <a:extLst>
                  <a:ext uri="{0D108BD9-81ED-4DB2-BD59-A6C34878D82A}">
                    <a16:rowId xmlns:a16="http://schemas.microsoft.com/office/drawing/2014/main" val="3698220439"/>
                  </a:ext>
                </a:extLst>
              </a:tr>
            </a:tbl>
          </a:graphicData>
        </a:graphic>
      </p:graphicFrame>
    </p:spTree>
    <p:extLst>
      <p:ext uri="{BB962C8B-B14F-4D97-AF65-F5344CB8AC3E}">
        <p14:creationId xmlns:p14="http://schemas.microsoft.com/office/powerpoint/2010/main" val="2491895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 name="Rectangle 69">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44F2E0-5A1F-7DC6-0E45-9375DAD1E0DE}"/>
              </a:ext>
            </a:extLst>
          </p:cNvPr>
          <p:cNvSpPr>
            <a:spLocks noGrp="1"/>
          </p:cNvSpPr>
          <p:nvPr>
            <p:ph type="title" idx="4294967295"/>
          </p:nvPr>
        </p:nvSpPr>
        <p:spPr>
          <a:xfrm>
            <a:off x="660042" y="891652"/>
            <a:ext cx="4412021" cy="3030724"/>
          </a:xfrm>
        </p:spPr>
        <p:txBody>
          <a:bodyPr vert="horz" lIns="91440" tIns="45720" rIns="91440" bIns="45720" rtlCol="0" anchor="b">
            <a:normAutofit/>
          </a:bodyPr>
          <a:lstStyle/>
          <a:p>
            <a:pPr algn="ctr"/>
            <a:r>
              <a:rPr lang="en-US" sz="4000" b="1" kern="1200">
                <a:solidFill>
                  <a:srgbClr val="FFFFFF"/>
                </a:solidFill>
                <a:latin typeface="+mj-lt"/>
                <a:ea typeface="+mj-ea"/>
                <a:cs typeface="+mj-cs"/>
              </a:rPr>
              <a:t>Team Table</a:t>
            </a:r>
            <a:r>
              <a:rPr lang="en-US" sz="4000" b="1">
                <a:solidFill>
                  <a:srgbClr val="FFFFFF"/>
                </a:solidFill>
              </a:rPr>
              <a:t>, </a:t>
            </a:r>
            <a:r>
              <a:rPr lang="en-US" sz="4000" b="1" kern="1200">
                <a:solidFill>
                  <a:srgbClr val="FFFFFF"/>
                </a:solidFill>
                <a:latin typeface="+mj-lt"/>
                <a:ea typeface="+mj-ea"/>
                <a:cs typeface="+mj-cs"/>
              </a:rPr>
              <a:t>Attributes with Keys</a:t>
            </a:r>
            <a:endParaRPr lang="en-US" sz="4000" kern="1200">
              <a:solidFill>
                <a:srgbClr val="FFFFFF"/>
              </a:solidFill>
              <a:latin typeface="+mj-lt"/>
              <a:ea typeface="Calibri Light" panose="020F0302020204030204"/>
              <a:cs typeface="Calibri Light" panose="020F0302020204030204"/>
            </a:endParaRPr>
          </a:p>
        </p:txBody>
      </p:sp>
      <p:graphicFrame>
        <p:nvGraphicFramePr>
          <p:cNvPr id="5" name="Table 4">
            <a:extLst>
              <a:ext uri="{FF2B5EF4-FFF2-40B4-BE49-F238E27FC236}">
                <a16:creationId xmlns:a16="http://schemas.microsoft.com/office/drawing/2014/main" id="{634B040C-E7F1-59CF-2C63-320AF514BFDA}"/>
              </a:ext>
            </a:extLst>
          </p:cNvPr>
          <p:cNvGraphicFramePr>
            <a:graphicFrameLocks noGrp="1"/>
          </p:cNvGraphicFramePr>
          <p:nvPr>
            <p:extLst>
              <p:ext uri="{D42A27DB-BD31-4B8C-83A1-F6EECF244321}">
                <p14:modId xmlns:p14="http://schemas.microsoft.com/office/powerpoint/2010/main" val="3700110648"/>
              </p:ext>
            </p:extLst>
          </p:nvPr>
        </p:nvGraphicFramePr>
        <p:xfrm>
          <a:off x="5838700" y="29688"/>
          <a:ext cx="6286334" cy="6884232"/>
        </p:xfrm>
        <a:graphic>
          <a:graphicData uri="http://schemas.openxmlformats.org/drawingml/2006/table">
            <a:tbl>
              <a:tblPr firstRow="1" bandRow="1">
                <a:tableStyleId>{3B4B98B0-60AC-42C2-AFA5-B58CD77FA1E5}</a:tableStyleId>
              </a:tblPr>
              <a:tblGrid>
                <a:gridCol w="1522132">
                  <a:extLst>
                    <a:ext uri="{9D8B030D-6E8A-4147-A177-3AD203B41FA5}">
                      <a16:colId xmlns:a16="http://schemas.microsoft.com/office/drawing/2014/main" val="949630200"/>
                    </a:ext>
                  </a:extLst>
                </a:gridCol>
                <a:gridCol w="1315329">
                  <a:extLst>
                    <a:ext uri="{9D8B030D-6E8A-4147-A177-3AD203B41FA5}">
                      <a16:colId xmlns:a16="http://schemas.microsoft.com/office/drawing/2014/main" val="2878966387"/>
                    </a:ext>
                  </a:extLst>
                </a:gridCol>
                <a:gridCol w="1450201">
                  <a:extLst>
                    <a:ext uri="{9D8B030D-6E8A-4147-A177-3AD203B41FA5}">
                      <a16:colId xmlns:a16="http://schemas.microsoft.com/office/drawing/2014/main" val="1718831042"/>
                    </a:ext>
                  </a:extLst>
                </a:gridCol>
                <a:gridCol w="1998672">
                  <a:extLst>
                    <a:ext uri="{9D8B030D-6E8A-4147-A177-3AD203B41FA5}">
                      <a16:colId xmlns:a16="http://schemas.microsoft.com/office/drawing/2014/main" val="4158001161"/>
                    </a:ext>
                  </a:extLst>
                </a:gridCol>
              </a:tblGrid>
              <a:tr h="209307">
                <a:tc>
                  <a:txBody>
                    <a:bodyPr/>
                    <a:lstStyle/>
                    <a:p>
                      <a:pPr algn="ctr"/>
                      <a:r>
                        <a:rPr lang="en-US" sz="1050" b="1" u="sng">
                          <a:effectLst/>
                          <a:latin typeface="Calibri Light"/>
                        </a:rPr>
                        <a:t>Teams-ID</a:t>
                      </a:r>
                      <a:endParaRPr lang="en-US" sz="1050" b="1" u="sng">
                        <a:latin typeface="Calibri Light"/>
                      </a:endParaRPr>
                    </a:p>
                  </a:txBody>
                  <a:tcPr marL="62053" marR="62053" marT="31026" marB="31026" anchor="ctr"/>
                </a:tc>
                <a:tc>
                  <a:txBody>
                    <a:bodyPr/>
                    <a:lstStyle/>
                    <a:p>
                      <a:pPr algn="ctr"/>
                      <a:r>
                        <a:rPr lang="en-US" sz="1050" b="1">
                          <a:effectLst/>
                          <a:latin typeface="Calibri Light"/>
                        </a:rPr>
                        <a:t>Teams</a:t>
                      </a:r>
                      <a:endParaRPr lang="en-US" sz="1050" b="1">
                        <a:latin typeface="Calibri Light"/>
                      </a:endParaRPr>
                    </a:p>
                  </a:txBody>
                  <a:tcPr marL="62053" marR="62053" marT="31026" marB="31026" anchor="ctr"/>
                </a:tc>
                <a:tc>
                  <a:txBody>
                    <a:bodyPr/>
                    <a:lstStyle/>
                    <a:p>
                      <a:pPr algn="ctr"/>
                      <a:r>
                        <a:rPr lang="en-US" sz="1050" b="1">
                          <a:effectLst/>
                          <a:latin typeface="Calibri Light"/>
                        </a:rPr>
                        <a:t>Ranking</a:t>
                      </a:r>
                      <a:endParaRPr lang="en-US" sz="1050" b="1">
                        <a:latin typeface="Calibri Light"/>
                      </a:endParaRPr>
                    </a:p>
                  </a:txBody>
                  <a:tcPr marL="62053" marR="62053" marT="31026" marB="31026" anchor="ctr"/>
                </a:tc>
                <a:tc>
                  <a:txBody>
                    <a:bodyPr/>
                    <a:lstStyle/>
                    <a:p>
                      <a:pPr algn="ctr"/>
                      <a:r>
                        <a:rPr lang="en-US" sz="1050" b="1" u="sng">
                          <a:effectLst/>
                          <a:latin typeface="Calibri Light"/>
                        </a:rPr>
                        <a:t>Conference-ID</a:t>
                      </a:r>
                      <a:endParaRPr lang="en-US" sz="1050" b="1" u="sng">
                        <a:latin typeface="Calibri Light"/>
                      </a:endParaRPr>
                    </a:p>
                  </a:txBody>
                  <a:tcPr marL="62053" marR="62053" marT="31026" marB="31026" anchor="ctr"/>
                </a:tc>
                <a:extLst>
                  <a:ext uri="{0D108BD9-81ED-4DB2-BD59-A6C34878D82A}">
                    <a16:rowId xmlns:a16="http://schemas.microsoft.com/office/drawing/2014/main" val="86886168"/>
                  </a:ext>
                </a:extLst>
              </a:tr>
              <a:tr h="209307">
                <a:tc>
                  <a:txBody>
                    <a:bodyPr/>
                    <a:lstStyle/>
                    <a:p>
                      <a:pPr algn="ctr"/>
                      <a:r>
                        <a:rPr lang="en-US" sz="1050">
                          <a:effectLst/>
                        </a:rPr>
                        <a:t>1</a:t>
                      </a:r>
                      <a:endParaRPr lang="en-US" sz="1050"/>
                    </a:p>
                  </a:txBody>
                  <a:tcPr marL="62053" marR="62053" marT="31026" marB="31026"/>
                </a:tc>
                <a:tc>
                  <a:txBody>
                    <a:bodyPr/>
                    <a:lstStyle/>
                    <a:p>
                      <a:pPr algn="ctr"/>
                      <a:r>
                        <a:rPr lang="en-US" sz="1050">
                          <a:effectLst/>
                        </a:rPr>
                        <a:t>PHI</a:t>
                      </a:r>
                      <a:endParaRPr lang="en-US" sz="1050"/>
                    </a:p>
                  </a:txBody>
                  <a:tcPr marL="62053" marR="62053" marT="31026" marB="31026"/>
                </a:tc>
                <a:tc>
                  <a:txBody>
                    <a:bodyPr/>
                    <a:lstStyle/>
                    <a:p>
                      <a:pPr algn="ctr"/>
                      <a:r>
                        <a:rPr lang="en-US" sz="1050">
                          <a:effectLst/>
                        </a:rPr>
                        <a:t>7</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1575619880"/>
                  </a:ext>
                </a:extLst>
              </a:tr>
              <a:tr h="209307">
                <a:tc>
                  <a:txBody>
                    <a:bodyPr/>
                    <a:lstStyle/>
                    <a:p>
                      <a:pPr algn="ctr"/>
                      <a:r>
                        <a:rPr lang="en-US" sz="1050">
                          <a:effectLst/>
                        </a:rPr>
                        <a:t>2</a:t>
                      </a:r>
                      <a:endParaRPr lang="en-US" sz="1050"/>
                    </a:p>
                  </a:txBody>
                  <a:tcPr marL="62053" marR="62053" marT="31026" marB="31026"/>
                </a:tc>
                <a:tc>
                  <a:txBody>
                    <a:bodyPr/>
                    <a:lstStyle/>
                    <a:p>
                      <a:pPr algn="ctr"/>
                      <a:r>
                        <a:rPr lang="en-US" sz="1050">
                          <a:effectLst/>
                        </a:rPr>
                        <a:t>OKC</a:t>
                      </a:r>
                      <a:endParaRPr lang="en-US" sz="1050"/>
                    </a:p>
                  </a:txBody>
                  <a:tcPr marL="62053" marR="62053" marT="31026" marB="31026"/>
                </a:tc>
                <a:tc>
                  <a:txBody>
                    <a:bodyPr/>
                    <a:lstStyle/>
                    <a:p>
                      <a:pPr algn="ctr"/>
                      <a:r>
                        <a:rPr lang="en-US" sz="1050">
                          <a:effectLst/>
                        </a:rPr>
                        <a:t>1</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4145500207"/>
                  </a:ext>
                </a:extLst>
              </a:tr>
              <a:tr h="209307">
                <a:tc>
                  <a:txBody>
                    <a:bodyPr/>
                    <a:lstStyle/>
                    <a:p>
                      <a:pPr algn="ctr"/>
                      <a:r>
                        <a:rPr lang="en-US" sz="1050">
                          <a:effectLst/>
                        </a:rPr>
                        <a:t>3</a:t>
                      </a:r>
                      <a:endParaRPr lang="en-US" sz="1050"/>
                    </a:p>
                  </a:txBody>
                  <a:tcPr marL="62053" marR="62053" marT="31026" marB="31026"/>
                </a:tc>
                <a:tc>
                  <a:txBody>
                    <a:bodyPr/>
                    <a:lstStyle/>
                    <a:p>
                      <a:pPr algn="ctr"/>
                      <a:r>
                        <a:rPr lang="en-US" sz="1050">
                          <a:effectLst/>
                        </a:rPr>
                        <a:t>MIL</a:t>
                      </a:r>
                      <a:endParaRPr lang="en-US" sz="1050"/>
                    </a:p>
                  </a:txBody>
                  <a:tcPr marL="62053" marR="62053" marT="31026" marB="31026"/>
                </a:tc>
                <a:tc>
                  <a:txBody>
                    <a:bodyPr/>
                    <a:lstStyle/>
                    <a:p>
                      <a:pPr algn="ctr"/>
                      <a:r>
                        <a:rPr lang="en-US" sz="1050">
                          <a:effectLst/>
                        </a:rPr>
                        <a:t>3</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1566815080"/>
                  </a:ext>
                </a:extLst>
              </a:tr>
              <a:tr h="209307">
                <a:tc>
                  <a:txBody>
                    <a:bodyPr/>
                    <a:lstStyle/>
                    <a:p>
                      <a:pPr algn="ctr"/>
                      <a:r>
                        <a:rPr lang="en-US" sz="1050">
                          <a:effectLst/>
                        </a:rPr>
                        <a:t>4</a:t>
                      </a:r>
                      <a:endParaRPr lang="en-US" sz="1050"/>
                    </a:p>
                  </a:txBody>
                  <a:tcPr marL="62053" marR="62053" marT="31026" marB="31026"/>
                </a:tc>
                <a:tc>
                  <a:txBody>
                    <a:bodyPr/>
                    <a:lstStyle/>
                    <a:p>
                      <a:pPr algn="ctr"/>
                      <a:r>
                        <a:rPr lang="en-US" sz="1050">
                          <a:effectLst/>
                        </a:rPr>
                        <a:t>CLE</a:t>
                      </a:r>
                      <a:endParaRPr lang="en-US" sz="1050"/>
                    </a:p>
                  </a:txBody>
                  <a:tcPr marL="62053" marR="62053" marT="31026" marB="31026"/>
                </a:tc>
                <a:tc>
                  <a:txBody>
                    <a:bodyPr/>
                    <a:lstStyle/>
                    <a:p>
                      <a:pPr algn="ctr"/>
                      <a:r>
                        <a:rPr lang="en-US" sz="1050">
                          <a:effectLst/>
                        </a:rPr>
                        <a:t>4</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4011578171"/>
                  </a:ext>
                </a:extLst>
              </a:tr>
              <a:tr h="209307">
                <a:tc>
                  <a:txBody>
                    <a:bodyPr/>
                    <a:lstStyle/>
                    <a:p>
                      <a:pPr algn="ctr"/>
                      <a:r>
                        <a:rPr lang="en-US" sz="1050">
                          <a:effectLst/>
                        </a:rPr>
                        <a:t>5</a:t>
                      </a:r>
                      <a:endParaRPr lang="en-US" sz="1050"/>
                    </a:p>
                  </a:txBody>
                  <a:tcPr marL="62053" marR="62053" marT="31026" marB="31026"/>
                </a:tc>
                <a:tc>
                  <a:txBody>
                    <a:bodyPr/>
                    <a:lstStyle/>
                    <a:p>
                      <a:pPr algn="ctr"/>
                      <a:r>
                        <a:rPr lang="en-US" sz="1050">
                          <a:effectLst/>
                        </a:rPr>
                        <a:t>PHO</a:t>
                      </a:r>
                      <a:endParaRPr lang="en-US" sz="1050"/>
                    </a:p>
                  </a:txBody>
                  <a:tcPr marL="62053" marR="62053" marT="31026" marB="31026"/>
                </a:tc>
                <a:tc>
                  <a:txBody>
                    <a:bodyPr/>
                    <a:lstStyle/>
                    <a:p>
                      <a:pPr algn="ctr"/>
                      <a:r>
                        <a:rPr lang="en-US" sz="1050">
                          <a:effectLst/>
                        </a:rPr>
                        <a:t>6</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1241097184"/>
                  </a:ext>
                </a:extLst>
              </a:tr>
              <a:tr h="209307">
                <a:tc>
                  <a:txBody>
                    <a:bodyPr/>
                    <a:lstStyle/>
                    <a:p>
                      <a:pPr algn="ctr"/>
                      <a:r>
                        <a:rPr lang="en-US" sz="1050">
                          <a:effectLst/>
                        </a:rPr>
                        <a:t>6</a:t>
                      </a:r>
                      <a:endParaRPr lang="en-US" sz="1050"/>
                    </a:p>
                  </a:txBody>
                  <a:tcPr marL="62053" marR="62053" marT="31026" marB="31026"/>
                </a:tc>
                <a:tc>
                  <a:txBody>
                    <a:bodyPr/>
                    <a:lstStyle/>
                    <a:p>
                      <a:pPr algn="ctr"/>
                      <a:r>
                        <a:rPr lang="en-US" sz="1050">
                          <a:effectLst/>
                        </a:rPr>
                        <a:t>NYK</a:t>
                      </a:r>
                      <a:endParaRPr lang="en-US" sz="1050"/>
                    </a:p>
                  </a:txBody>
                  <a:tcPr marL="62053" marR="62053" marT="31026" marB="31026"/>
                </a:tc>
                <a:tc>
                  <a:txBody>
                    <a:bodyPr/>
                    <a:lstStyle/>
                    <a:p>
                      <a:pPr algn="ctr"/>
                      <a:r>
                        <a:rPr lang="en-US" sz="1050">
                          <a:effectLst/>
                        </a:rPr>
                        <a:t>2</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85265511"/>
                  </a:ext>
                </a:extLst>
              </a:tr>
              <a:tr h="209307">
                <a:tc>
                  <a:txBody>
                    <a:bodyPr/>
                    <a:lstStyle/>
                    <a:p>
                      <a:pPr algn="ctr"/>
                      <a:r>
                        <a:rPr lang="en-US" sz="1050">
                          <a:effectLst/>
                        </a:rPr>
                        <a:t>7</a:t>
                      </a:r>
                      <a:endParaRPr lang="en-US" sz="1050"/>
                    </a:p>
                  </a:txBody>
                  <a:tcPr marL="62053" marR="62053" marT="31026" marB="31026"/>
                </a:tc>
                <a:tc>
                  <a:txBody>
                    <a:bodyPr/>
                    <a:lstStyle/>
                    <a:p>
                      <a:pPr algn="ctr"/>
                      <a:r>
                        <a:rPr lang="en-US" sz="1050">
                          <a:effectLst/>
                        </a:rPr>
                        <a:t>GSW</a:t>
                      </a:r>
                      <a:endParaRPr lang="en-US" sz="1050"/>
                    </a:p>
                  </a:txBody>
                  <a:tcPr marL="62053" marR="62053" marT="31026" marB="31026"/>
                </a:tc>
                <a:tc>
                  <a:txBody>
                    <a:bodyPr/>
                    <a:lstStyle/>
                    <a:p>
                      <a:pPr algn="ctr"/>
                      <a:r>
                        <a:rPr lang="en-US" sz="1050">
                          <a:effectLst/>
                        </a:rPr>
                        <a:t>10</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1824492381"/>
                  </a:ext>
                </a:extLst>
              </a:tr>
              <a:tr h="209307">
                <a:tc>
                  <a:txBody>
                    <a:bodyPr/>
                    <a:lstStyle/>
                    <a:p>
                      <a:pPr algn="ctr"/>
                      <a:r>
                        <a:rPr lang="en-US" sz="1050">
                          <a:effectLst/>
                        </a:rPr>
                        <a:t>8</a:t>
                      </a:r>
                      <a:endParaRPr lang="en-US" sz="1050"/>
                    </a:p>
                  </a:txBody>
                  <a:tcPr marL="62053" marR="62053" marT="31026" marB="31026"/>
                </a:tc>
                <a:tc>
                  <a:txBody>
                    <a:bodyPr/>
                    <a:lstStyle/>
                    <a:p>
                      <a:pPr algn="ctr"/>
                      <a:r>
                        <a:rPr lang="en-US" sz="1050">
                          <a:effectLst/>
                        </a:rPr>
                        <a:t>SAC</a:t>
                      </a:r>
                      <a:endParaRPr lang="en-US" sz="1050"/>
                    </a:p>
                  </a:txBody>
                  <a:tcPr marL="62053" marR="62053" marT="31026" marB="31026"/>
                </a:tc>
                <a:tc>
                  <a:txBody>
                    <a:bodyPr/>
                    <a:lstStyle/>
                    <a:p>
                      <a:pPr algn="ctr"/>
                      <a:r>
                        <a:rPr lang="en-US" sz="1050">
                          <a:effectLst/>
                        </a:rPr>
                        <a:t>9</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910563491"/>
                  </a:ext>
                </a:extLst>
              </a:tr>
              <a:tr h="209307">
                <a:tc>
                  <a:txBody>
                    <a:bodyPr/>
                    <a:lstStyle/>
                    <a:p>
                      <a:pPr algn="ctr"/>
                      <a:r>
                        <a:rPr lang="en-US" sz="1050">
                          <a:effectLst/>
                        </a:rPr>
                        <a:t>9</a:t>
                      </a:r>
                      <a:endParaRPr lang="en-US" sz="1050"/>
                    </a:p>
                  </a:txBody>
                  <a:tcPr marL="62053" marR="62053" marT="31026" marB="31026"/>
                </a:tc>
                <a:tc>
                  <a:txBody>
                    <a:bodyPr/>
                    <a:lstStyle/>
                    <a:p>
                      <a:pPr algn="ctr"/>
                      <a:r>
                        <a:rPr lang="en-US" sz="1050">
                          <a:effectLst/>
                        </a:rPr>
                        <a:t>ATL</a:t>
                      </a:r>
                      <a:endParaRPr lang="en-US" sz="1050"/>
                    </a:p>
                  </a:txBody>
                  <a:tcPr marL="62053" marR="62053" marT="31026" marB="31026"/>
                </a:tc>
                <a:tc>
                  <a:txBody>
                    <a:bodyPr/>
                    <a:lstStyle/>
                    <a:p>
                      <a:pPr algn="ctr"/>
                      <a:r>
                        <a:rPr lang="en-US" sz="1050">
                          <a:effectLst/>
                        </a:rPr>
                        <a:t>10</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332587280"/>
                  </a:ext>
                </a:extLst>
              </a:tr>
              <a:tr h="209307">
                <a:tc>
                  <a:txBody>
                    <a:bodyPr/>
                    <a:lstStyle/>
                    <a:p>
                      <a:pPr algn="ctr"/>
                      <a:r>
                        <a:rPr lang="en-US" sz="1050">
                          <a:effectLst/>
                        </a:rPr>
                        <a:t>10</a:t>
                      </a:r>
                      <a:endParaRPr lang="en-US" sz="1050"/>
                    </a:p>
                  </a:txBody>
                  <a:tcPr marL="62053" marR="62053" marT="31026" marB="31026"/>
                </a:tc>
                <a:tc>
                  <a:txBody>
                    <a:bodyPr/>
                    <a:lstStyle/>
                    <a:p>
                      <a:pPr algn="ctr"/>
                      <a:r>
                        <a:rPr lang="en-US" sz="1050">
                          <a:effectLst/>
                        </a:rPr>
                        <a:t>MIN</a:t>
                      </a:r>
                      <a:endParaRPr lang="en-US" sz="1050"/>
                    </a:p>
                  </a:txBody>
                  <a:tcPr marL="62053" marR="62053" marT="31026" marB="31026"/>
                </a:tc>
                <a:tc>
                  <a:txBody>
                    <a:bodyPr/>
                    <a:lstStyle/>
                    <a:p>
                      <a:pPr algn="ctr"/>
                      <a:r>
                        <a:rPr lang="en-US" sz="1050">
                          <a:effectLst/>
                        </a:rPr>
                        <a:t>3</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799063312"/>
                  </a:ext>
                </a:extLst>
              </a:tr>
              <a:tr h="209307">
                <a:tc>
                  <a:txBody>
                    <a:bodyPr/>
                    <a:lstStyle/>
                    <a:p>
                      <a:pPr algn="ctr"/>
                      <a:r>
                        <a:rPr lang="en-US" sz="1050">
                          <a:effectLst/>
                        </a:rPr>
                        <a:t>11</a:t>
                      </a:r>
                      <a:endParaRPr lang="en-US" sz="1050"/>
                    </a:p>
                  </a:txBody>
                  <a:tcPr marL="62053" marR="62053" marT="31026" marB="31026"/>
                </a:tc>
                <a:tc>
                  <a:txBody>
                    <a:bodyPr/>
                    <a:lstStyle/>
                    <a:p>
                      <a:pPr algn="ctr"/>
                      <a:r>
                        <a:rPr lang="en-US" sz="1050">
                          <a:effectLst/>
                        </a:rPr>
                        <a:t>DEN</a:t>
                      </a:r>
                      <a:endParaRPr lang="en-US" sz="1050"/>
                    </a:p>
                  </a:txBody>
                  <a:tcPr marL="62053" marR="62053" marT="31026" marB="31026"/>
                </a:tc>
                <a:tc>
                  <a:txBody>
                    <a:bodyPr/>
                    <a:lstStyle/>
                    <a:p>
                      <a:pPr algn="ctr"/>
                      <a:r>
                        <a:rPr lang="en-US" sz="1050">
                          <a:effectLst/>
                        </a:rPr>
                        <a:t>2</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78090202"/>
                  </a:ext>
                </a:extLst>
              </a:tr>
              <a:tr h="209307">
                <a:tc>
                  <a:txBody>
                    <a:bodyPr/>
                    <a:lstStyle/>
                    <a:p>
                      <a:pPr algn="ctr"/>
                      <a:r>
                        <a:rPr lang="en-US" sz="1050">
                          <a:effectLst/>
                        </a:rPr>
                        <a:t>12</a:t>
                      </a:r>
                      <a:endParaRPr lang="en-US" sz="1050"/>
                    </a:p>
                  </a:txBody>
                  <a:tcPr marL="62053" marR="62053" marT="31026" marB="31026"/>
                </a:tc>
                <a:tc>
                  <a:txBody>
                    <a:bodyPr/>
                    <a:lstStyle/>
                    <a:p>
                      <a:pPr algn="ctr"/>
                      <a:r>
                        <a:rPr lang="en-US" sz="1050">
                          <a:effectLst/>
                        </a:rPr>
                        <a:t>DAL</a:t>
                      </a:r>
                      <a:endParaRPr lang="en-US" sz="1050"/>
                    </a:p>
                  </a:txBody>
                  <a:tcPr marL="62053" marR="62053" marT="31026" marB="31026"/>
                </a:tc>
                <a:tc>
                  <a:txBody>
                    <a:bodyPr/>
                    <a:lstStyle/>
                    <a:p>
                      <a:pPr algn="ctr"/>
                      <a:r>
                        <a:rPr lang="en-US" sz="1050">
                          <a:effectLst/>
                        </a:rPr>
                        <a:t>5</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980284858"/>
                  </a:ext>
                </a:extLst>
              </a:tr>
              <a:tr h="209307">
                <a:tc>
                  <a:txBody>
                    <a:bodyPr/>
                    <a:lstStyle/>
                    <a:p>
                      <a:pPr algn="ctr"/>
                      <a:r>
                        <a:rPr lang="en-US" sz="1050">
                          <a:effectLst/>
                        </a:rPr>
                        <a:t>13</a:t>
                      </a:r>
                      <a:endParaRPr lang="en-US" sz="1050"/>
                    </a:p>
                  </a:txBody>
                  <a:tcPr marL="62053" marR="62053" marT="31026" marB="31026"/>
                </a:tc>
                <a:tc>
                  <a:txBody>
                    <a:bodyPr/>
                    <a:lstStyle/>
                    <a:p>
                      <a:pPr algn="ctr"/>
                      <a:r>
                        <a:rPr lang="en-US" sz="1050">
                          <a:effectLst/>
                        </a:rPr>
                        <a:t>LAL</a:t>
                      </a:r>
                      <a:endParaRPr lang="en-US" sz="1050"/>
                    </a:p>
                  </a:txBody>
                  <a:tcPr marL="62053" marR="62053" marT="31026" marB="31026"/>
                </a:tc>
                <a:tc>
                  <a:txBody>
                    <a:bodyPr/>
                    <a:lstStyle/>
                    <a:p>
                      <a:pPr algn="ctr"/>
                      <a:r>
                        <a:rPr lang="en-US" sz="1050">
                          <a:effectLst/>
                        </a:rPr>
                        <a:t>8</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1001854955"/>
                  </a:ext>
                </a:extLst>
              </a:tr>
              <a:tr h="209307">
                <a:tc>
                  <a:txBody>
                    <a:bodyPr/>
                    <a:lstStyle/>
                    <a:p>
                      <a:pPr algn="ctr"/>
                      <a:r>
                        <a:rPr lang="en-US" sz="1050">
                          <a:effectLst/>
                        </a:rPr>
                        <a:t>14</a:t>
                      </a:r>
                      <a:endParaRPr lang="en-US" sz="1050"/>
                    </a:p>
                  </a:txBody>
                  <a:tcPr marL="62053" marR="62053" marT="31026" marB="31026"/>
                </a:tc>
                <a:tc>
                  <a:txBody>
                    <a:bodyPr/>
                    <a:lstStyle/>
                    <a:p>
                      <a:pPr algn="ctr"/>
                      <a:r>
                        <a:rPr lang="en-US" sz="1050">
                          <a:effectLst/>
                        </a:rPr>
                        <a:t>MEM</a:t>
                      </a:r>
                      <a:endParaRPr lang="en-US" sz="1050"/>
                    </a:p>
                  </a:txBody>
                  <a:tcPr marL="62053" marR="62053" marT="31026" marB="31026"/>
                </a:tc>
                <a:tc>
                  <a:txBody>
                    <a:bodyPr/>
                    <a:lstStyle/>
                    <a:p>
                      <a:pPr algn="ctr"/>
                      <a:r>
                        <a:rPr lang="en-US" sz="1050">
                          <a:effectLst/>
                        </a:rPr>
                        <a:t>13</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711409832"/>
                  </a:ext>
                </a:extLst>
              </a:tr>
              <a:tr h="209307">
                <a:tc>
                  <a:txBody>
                    <a:bodyPr/>
                    <a:lstStyle/>
                    <a:p>
                      <a:pPr algn="ctr"/>
                      <a:r>
                        <a:rPr lang="en-US" sz="1050">
                          <a:effectLst/>
                        </a:rPr>
                        <a:t>15</a:t>
                      </a:r>
                      <a:endParaRPr lang="en-US" sz="1050"/>
                    </a:p>
                  </a:txBody>
                  <a:tcPr marL="62053" marR="62053" marT="31026" marB="31026"/>
                </a:tc>
                <a:tc>
                  <a:txBody>
                    <a:bodyPr/>
                    <a:lstStyle/>
                    <a:p>
                      <a:pPr algn="ctr"/>
                      <a:r>
                        <a:rPr lang="en-US" sz="1050">
                          <a:effectLst/>
                        </a:rPr>
                        <a:t>LAC</a:t>
                      </a:r>
                      <a:endParaRPr lang="en-US" sz="1050"/>
                    </a:p>
                  </a:txBody>
                  <a:tcPr marL="62053" marR="62053" marT="31026" marB="31026"/>
                </a:tc>
                <a:tc>
                  <a:txBody>
                    <a:bodyPr/>
                    <a:lstStyle/>
                    <a:p>
                      <a:pPr algn="ctr"/>
                      <a:r>
                        <a:rPr lang="en-US" sz="1050">
                          <a:effectLst/>
                        </a:rPr>
                        <a:t>4</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161878917"/>
                  </a:ext>
                </a:extLst>
              </a:tr>
              <a:tr h="209307">
                <a:tc>
                  <a:txBody>
                    <a:bodyPr/>
                    <a:lstStyle/>
                    <a:p>
                      <a:pPr algn="ctr"/>
                      <a:r>
                        <a:rPr lang="en-US" sz="1050">
                          <a:effectLst/>
                        </a:rPr>
                        <a:t>16</a:t>
                      </a:r>
                      <a:endParaRPr lang="en-US" sz="1050"/>
                    </a:p>
                  </a:txBody>
                  <a:tcPr marL="62053" marR="62053" marT="31026" marB="31026"/>
                </a:tc>
                <a:tc>
                  <a:txBody>
                    <a:bodyPr/>
                    <a:lstStyle/>
                    <a:p>
                      <a:pPr algn="ctr"/>
                      <a:r>
                        <a:rPr lang="en-US" sz="1050">
                          <a:effectLst/>
                        </a:rPr>
                        <a:t>CHA</a:t>
                      </a:r>
                      <a:endParaRPr lang="en-US" sz="1050"/>
                    </a:p>
                  </a:txBody>
                  <a:tcPr marL="62053" marR="62053" marT="31026" marB="31026"/>
                </a:tc>
                <a:tc>
                  <a:txBody>
                    <a:bodyPr/>
                    <a:lstStyle/>
                    <a:p>
                      <a:pPr algn="ctr"/>
                      <a:r>
                        <a:rPr lang="en-US" sz="1050">
                          <a:effectLst/>
                        </a:rPr>
                        <a:t>13</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4282042970"/>
                  </a:ext>
                </a:extLst>
              </a:tr>
              <a:tr h="209307">
                <a:tc>
                  <a:txBody>
                    <a:bodyPr/>
                    <a:lstStyle/>
                    <a:p>
                      <a:pPr algn="ctr"/>
                      <a:r>
                        <a:rPr lang="en-US" sz="1050">
                          <a:effectLst/>
                        </a:rPr>
                        <a:t>17</a:t>
                      </a:r>
                      <a:endParaRPr lang="en-US" sz="1050"/>
                    </a:p>
                  </a:txBody>
                  <a:tcPr marL="62053" marR="62053" marT="31026" marB="31026"/>
                </a:tc>
                <a:tc>
                  <a:txBody>
                    <a:bodyPr/>
                    <a:lstStyle/>
                    <a:p>
                      <a:pPr algn="ctr"/>
                      <a:r>
                        <a:rPr lang="en-US" sz="1050">
                          <a:effectLst/>
                        </a:rPr>
                        <a:t>UTA</a:t>
                      </a:r>
                      <a:endParaRPr lang="en-US" sz="1050"/>
                    </a:p>
                  </a:txBody>
                  <a:tcPr marL="62053" marR="62053" marT="31026" marB="31026"/>
                </a:tc>
                <a:tc>
                  <a:txBody>
                    <a:bodyPr/>
                    <a:lstStyle/>
                    <a:p>
                      <a:pPr algn="ctr"/>
                      <a:r>
                        <a:rPr lang="en-US" sz="1050">
                          <a:effectLst/>
                        </a:rPr>
                        <a:t>12</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1838400819"/>
                  </a:ext>
                </a:extLst>
              </a:tr>
              <a:tr h="209307">
                <a:tc>
                  <a:txBody>
                    <a:bodyPr/>
                    <a:lstStyle/>
                    <a:p>
                      <a:pPr algn="ctr"/>
                      <a:r>
                        <a:rPr lang="en-US" sz="1050">
                          <a:effectLst/>
                        </a:rPr>
                        <a:t>18</a:t>
                      </a:r>
                      <a:endParaRPr lang="en-US" sz="1050"/>
                    </a:p>
                  </a:txBody>
                  <a:tcPr marL="62053" marR="62053" marT="31026" marB="31026"/>
                </a:tc>
                <a:tc>
                  <a:txBody>
                    <a:bodyPr/>
                    <a:lstStyle/>
                    <a:p>
                      <a:pPr algn="ctr"/>
                      <a:r>
                        <a:rPr lang="en-US" sz="1050">
                          <a:effectLst/>
                        </a:rPr>
                        <a:t>ORL</a:t>
                      </a:r>
                      <a:endParaRPr lang="en-US" sz="1050"/>
                    </a:p>
                  </a:txBody>
                  <a:tcPr marL="62053" marR="62053" marT="31026" marB="31026"/>
                </a:tc>
                <a:tc>
                  <a:txBody>
                    <a:bodyPr/>
                    <a:lstStyle/>
                    <a:p>
                      <a:pPr algn="ctr"/>
                      <a:r>
                        <a:rPr lang="en-US" sz="1050">
                          <a:effectLst/>
                        </a:rPr>
                        <a:t>5</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1282833687"/>
                  </a:ext>
                </a:extLst>
              </a:tr>
              <a:tr h="209307">
                <a:tc>
                  <a:txBody>
                    <a:bodyPr/>
                    <a:lstStyle/>
                    <a:p>
                      <a:pPr algn="ctr"/>
                      <a:r>
                        <a:rPr lang="en-US" sz="1050">
                          <a:effectLst/>
                        </a:rPr>
                        <a:t>19</a:t>
                      </a:r>
                      <a:endParaRPr lang="en-US" sz="1050"/>
                    </a:p>
                  </a:txBody>
                  <a:tcPr marL="62053" marR="62053" marT="31026" marB="31026"/>
                </a:tc>
                <a:tc>
                  <a:txBody>
                    <a:bodyPr/>
                    <a:lstStyle/>
                    <a:p>
                      <a:pPr algn="ctr"/>
                      <a:r>
                        <a:rPr lang="en-US" sz="1050">
                          <a:effectLst/>
                        </a:rPr>
                        <a:t>CHI</a:t>
                      </a:r>
                      <a:endParaRPr lang="en-US" sz="1050"/>
                    </a:p>
                  </a:txBody>
                  <a:tcPr marL="62053" marR="62053" marT="31026" marB="31026"/>
                </a:tc>
                <a:tc>
                  <a:txBody>
                    <a:bodyPr/>
                    <a:lstStyle/>
                    <a:p>
                      <a:pPr algn="ctr"/>
                      <a:r>
                        <a:rPr lang="en-US" sz="1050">
                          <a:effectLst/>
                        </a:rPr>
                        <a:t>9</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2207318878"/>
                  </a:ext>
                </a:extLst>
              </a:tr>
              <a:tr h="209307">
                <a:tc>
                  <a:txBody>
                    <a:bodyPr/>
                    <a:lstStyle/>
                    <a:p>
                      <a:pPr algn="ctr"/>
                      <a:r>
                        <a:rPr lang="en-US" sz="1050">
                          <a:effectLst/>
                        </a:rPr>
                        <a:t>20</a:t>
                      </a:r>
                      <a:endParaRPr lang="en-US" sz="1050"/>
                    </a:p>
                  </a:txBody>
                  <a:tcPr marL="62053" marR="62053" marT="31026" marB="31026"/>
                </a:tc>
                <a:tc>
                  <a:txBody>
                    <a:bodyPr/>
                    <a:lstStyle/>
                    <a:p>
                      <a:pPr algn="ctr"/>
                      <a:r>
                        <a:rPr lang="en-US" sz="1050">
                          <a:effectLst/>
                        </a:rPr>
                        <a:t>DET</a:t>
                      </a:r>
                      <a:endParaRPr lang="en-US" sz="1050"/>
                    </a:p>
                  </a:txBody>
                  <a:tcPr marL="62053" marR="62053" marT="31026" marB="31026"/>
                </a:tc>
                <a:tc>
                  <a:txBody>
                    <a:bodyPr/>
                    <a:lstStyle/>
                    <a:p>
                      <a:pPr algn="ctr"/>
                      <a:r>
                        <a:rPr lang="en-US" sz="1050">
                          <a:effectLst/>
                        </a:rPr>
                        <a:t>15</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1782056665"/>
                  </a:ext>
                </a:extLst>
              </a:tr>
              <a:tr h="209307">
                <a:tc>
                  <a:txBody>
                    <a:bodyPr/>
                    <a:lstStyle/>
                    <a:p>
                      <a:pPr algn="ctr"/>
                      <a:r>
                        <a:rPr lang="en-US" sz="1050">
                          <a:effectLst/>
                        </a:rPr>
                        <a:t>21</a:t>
                      </a:r>
                      <a:endParaRPr lang="en-US" sz="1050"/>
                    </a:p>
                  </a:txBody>
                  <a:tcPr marL="62053" marR="62053" marT="31026" marB="31026"/>
                </a:tc>
                <a:tc>
                  <a:txBody>
                    <a:bodyPr/>
                    <a:lstStyle/>
                    <a:p>
                      <a:pPr algn="ctr"/>
                      <a:r>
                        <a:rPr lang="en-US" sz="1050">
                          <a:effectLst/>
                        </a:rPr>
                        <a:t>BOS</a:t>
                      </a:r>
                      <a:endParaRPr lang="en-US" sz="1050"/>
                    </a:p>
                  </a:txBody>
                  <a:tcPr marL="62053" marR="62053" marT="31026" marB="31026"/>
                </a:tc>
                <a:tc>
                  <a:txBody>
                    <a:bodyPr/>
                    <a:lstStyle/>
                    <a:p>
                      <a:pPr algn="ctr"/>
                      <a:r>
                        <a:rPr lang="en-US" sz="1050">
                          <a:effectLst/>
                        </a:rPr>
                        <a:t>1</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2936408055"/>
                  </a:ext>
                </a:extLst>
              </a:tr>
              <a:tr h="209307">
                <a:tc>
                  <a:txBody>
                    <a:bodyPr/>
                    <a:lstStyle/>
                    <a:p>
                      <a:pPr algn="ctr"/>
                      <a:r>
                        <a:rPr lang="en-US" sz="1050">
                          <a:effectLst/>
                        </a:rPr>
                        <a:t>22</a:t>
                      </a:r>
                      <a:endParaRPr lang="en-US" sz="1050"/>
                    </a:p>
                  </a:txBody>
                  <a:tcPr marL="62053" marR="62053" marT="31026" marB="31026"/>
                </a:tc>
                <a:tc>
                  <a:txBody>
                    <a:bodyPr/>
                    <a:lstStyle/>
                    <a:p>
                      <a:pPr algn="ctr"/>
                      <a:r>
                        <a:rPr lang="en-US" sz="1050">
                          <a:effectLst/>
                        </a:rPr>
                        <a:t>WAS</a:t>
                      </a:r>
                      <a:endParaRPr lang="en-US" sz="1050"/>
                    </a:p>
                  </a:txBody>
                  <a:tcPr marL="62053" marR="62053" marT="31026" marB="31026"/>
                </a:tc>
                <a:tc>
                  <a:txBody>
                    <a:bodyPr/>
                    <a:lstStyle/>
                    <a:p>
                      <a:pPr algn="ctr"/>
                      <a:r>
                        <a:rPr lang="en-US" sz="1050">
                          <a:effectLst/>
                        </a:rPr>
                        <a:t>14</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587628010"/>
                  </a:ext>
                </a:extLst>
              </a:tr>
              <a:tr h="209307">
                <a:tc>
                  <a:txBody>
                    <a:bodyPr/>
                    <a:lstStyle/>
                    <a:p>
                      <a:pPr algn="ctr"/>
                      <a:r>
                        <a:rPr lang="en-US" sz="1050">
                          <a:effectLst/>
                        </a:rPr>
                        <a:t>23</a:t>
                      </a:r>
                      <a:endParaRPr lang="en-US" sz="1050"/>
                    </a:p>
                  </a:txBody>
                  <a:tcPr marL="62053" marR="62053" marT="31026" marB="31026"/>
                </a:tc>
                <a:tc>
                  <a:txBody>
                    <a:bodyPr/>
                    <a:lstStyle/>
                    <a:p>
                      <a:pPr algn="ctr"/>
                      <a:r>
                        <a:rPr lang="en-US" sz="1050">
                          <a:effectLst/>
                        </a:rPr>
                        <a:t>NOP</a:t>
                      </a:r>
                      <a:endParaRPr lang="en-US" sz="1050"/>
                    </a:p>
                  </a:txBody>
                  <a:tcPr marL="62053" marR="62053" marT="31026" marB="31026"/>
                </a:tc>
                <a:tc>
                  <a:txBody>
                    <a:bodyPr/>
                    <a:lstStyle/>
                    <a:p>
                      <a:pPr algn="ctr"/>
                      <a:r>
                        <a:rPr lang="en-US" sz="1050">
                          <a:effectLst/>
                        </a:rPr>
                        <a:t>7</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3039144854"/>
                  </a:ext>
                </a:extLst>
              </a:tr>
              <a:tr h="209307">
                <a:tc>
                  <a:txBody>
                    <a:bodyPr/>
                    <a:lstStyle/>
                    <a:p>
                      <a:pPr algn="ctr"/>
                      <a:r>
                        <a:rPr lang="en-US" sz="1050">
                          <a:effectLst/>
                        </a:rPr>
                        <a:t>24</a:t>
                      </a:r>
                      <a:endParaRPr lang="en-US" sz="1050"/>
                    </a:p>
                  </a:txBody>
                  <a:tcPr marL="62053" marR="62053" marT="31026" marB="31026"/>
                </a:tc>
                <a:tc>
                  <a:txBody>
                    <a:bodyPr/>
                    <a:lstStyle/>
                    <a:p>
                      <a:pPr algn="ctr"/>
                      <a:r>
                        <a:rPr lang="en-US" sz="1050">
                          <a:effectLst/>
                        </a:rPr>
                        <a:t>POR</a:t>
                      </a:r>
                      <a:endParaRPr lang="en-US" sz="1050"/>
                    </a:p>
                  </a:txBody>
                  <a:tcPr marL="62053" marR="62053" marT="31026" marB="31026"/>
                </a:tc>
                <a:tc>
                  <a:txBody>
                    <a:bodyPr/>
                    <a:lstStyle/>
                    <a:p>
                      <a:pPr algn="ctr"/>
                      <a:r>
                        <a:rPr lang="en-US" sz="1050">
                          <a:effectLst/>
                        </a:rPr>
                        <a:t>15</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3983459747"/>
                  </a:ext>
                </a:extLst>
              </a:tr>
              <a:tr h="209307">
                <a:tc>
                  <a:txBody>
                    <a:bodyPr/>
                    <a:lstStyle/>
                    <a:p>
                      <a:pPr algn="ctr"/>
                      <a:r>
                        <a:rPr lang="en-US" sz="1050">
                          <a:effectLst/>
                        </a:rPr>
                        <a:t>25</a:t>
                      </a:r>
                      <a:endParaRPr lang="en-US" sz="1050"/>
                    </a:p>
                  </a:txBody>
                  <a:tcPr marL="62053" marR="62053" marT="31026" marB="31026"/>
                </a:tc>
                <a:tc>
                  <a:txBody>
                    <a:bodyPr/>
                    <a:lstStyle/>
                    <a:p>
                      <a:pPr algn="ctr"/>
                      <a:r>
                        <a:rPr lang="en-US" sz="1050">
                          <a:effectLst/>
                        </a:rPr>
                        <a:t>MIA</a:t>
                      </a:r>
                      <a:endParaRPr lang="en-US" sz="1050"/>
                    </a:p>
                  </a:txBody>
                  <a:tcPr marL="62053" marR="62053" marT="31026" marB="31026"/>
                </a:tc>
                <a:tc>
                  <a:txBody>
                    <a:bodyPr/>
                    <a:lstStyle/>
                    <a:p>
                      <a:pPr algn="ctr"/>
                      <a:r>
                        <a:rPr lang="en-US" sz="1050">
                          <a:effectLst/>
                        </a:rPr>
                        <a:t>8</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3242243828"/>
                  </a:ext>
                </a:extLst>
              </a:tr>
              <a:tr h="209307">
                <a:tc>
                  <a:txBody>
                    <a:bodyPr/>
                    <a:lstStyle/>
                    <a:p>
                      <a:pPr algn="ctr"/>
                      <a:r>
                        <a:rPr lang="en-US" sz="1050">
                          <a:effectLst/>
                        </a:rPr>
                        <a:t>26</a:t>
                      </a:r>
                      <a:endParaRPr lang="en-US" sz="1050"/>
                    </a:p>
                  </a:txBody>
                  <a:tcPr marL="62053" marR="62053" marT="31026" marB="31026"/>
                </a:tc>
                <a:tc>
                  <a:txBody>
                    <a:bodyPr/>
                    <a:lstStyle/>
                    <a:p>
                      <a:pPr algn="ctr"/>
                      <a:r>
                        <a:rPr lang="en-US" sz="1050">
                          <a:effectLst/>
                        </a:rPr>
                        <a:t>IND</a:t>
                      </a:r>
                      <a:endParaRPr lang="en-US" sz="1050"/>
                    </a:p>
                  </a:txBody>
                  <a:tcPr marL="62053" marR="62053" marT="31026" marB="31026"/>
                </a:tc>
                <a:tc>
                  <a:txBody>
                    <a:bodyPr/>
                    <a:lstStyle/>
                    <a:p>
                      <a:pPr algn="ctr"/>
                      <a:r>
                        <a:rPr lang="en-US" sz="1050">
                          <a:effectLst/>
                        </a:rPr>
                        <a:t>6</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3080516600"/>
                  </a:ext>
                </a:extLst>
              </a:tr>
              <a:tr h="209307">
                <a:tc>
                  <a:txBody>
                    <a:bodyPr/>
                    <a:lstStyle/>
                    <a:p>
                      <a:pPr algn="ctr"/>
                      <a:r>
                        <a:rPr lang="en-US" sz="1050">
                          <a:effectLst/>
                        </a:rPr>
                        <a:t>27</a:t>
                      </a:r>
                      <a:endParaRPr lang="en-US" sz="1050"/>
                    </a:p>
                  </a:txBody>
                  <a:tcPr marL="62053" marR="62053" marT="31026" marB="31026"/>
                </a:tc>
                <a:tc>
                  <a:txBody>
                    <a:bodyPr/>
                    <a:lstStyle/>
                    <a:p>
                      <a:pPr algn="ctr"/>
                      <a:r>
                        <a:rPr lang="en-US" sz="1050">
                          <a:effectLst/>
                        </a:rPr>
                        <a:t>BRK</a:t>
                      </a:r>
                      <a:endParaRPr lang="en-US" sz="1050"/>
                    </a:p>
                  </a:txBody>
                  <a:tcPr marL="62053" marR="62053" marT="31026" marB="31026"/>
                </a:tc>
                <a:tc>
                  <a:txBody>
                    <a:bodyPr/>
                    <a:lstStyle/>
                    <a:p>
                      <a:pPr algn="ctr"/>
                      <a:r>
                        <a:rPr lang="en-US" sz="1050">
                          <a:effectLst/>
                        </a:rPr>
                        <a:t>11</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2728169734"/>
                  </a:ext>
                </a:extLst>
              </a:tr>
              <a:tr h="209307">
                <a:tc>
                  <a:txBody>
                    <a:bodyPr/>
                    <a:lstStyle/>
                    <a:p>
                      <a:pPr algn="ctr"/>
                      <a:r>
                        <a:rPr lang="en-US" sz="1050">
                          <a:effectLst/>
                        </a:rPr>
                        <a:t>28</a:t>
                      </a:r>
                      <a:endParaRPr lang="en-US" sz="1050"/>
                    </a:p>
                  </a:txBody>
                  <a:tcPr marL="62053" marR="62053" marT="31026" marB="31026"/>
                </a:tc>
                <a:tc>
                  <a:txBody>
                    <a:bodyPr/>
                    <a:lstStyle/>
                    <a:p>
                      <a:pPr algn="ctr"/>
                      <a:r>
                        <a:rPr lang="en-US" sz="1050">
                          <a:effectLst/>
                        </a:rPr>
                        <a:t>HOU</a:t>
                      </a:r>
                      <a:endParaRPr lang="en-US" sz="1050"/>
                    </a:p>
                  </a:txBody>
                  <a:tcPr marL="62053" marR="62053" marT="31026" marB="31026"/>
                </a:tc>
                <a:tc>
                  <a:txBody>
                    <a:bodyPr/>
                    <a:lstStyle/>
                    <a:p>
                      <a:pPr algn="ctr"/>
                      <a:r>
                        <a:rPr lang="en-US" sz="1050">
                          <a:effectLst/>
                        </a:rPr>
                        <a:t>11</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3882029696"/>
                  </a:ext>
                </a:extLst>
              </a:tr>
              <a:tr h="209307">
                <a:tc>
                  <a:txBody>
                    <a:bodyPr/>
                    <a:lstStyle/>
                    <a:p>
                      <a:pPr algn="ctr"/>
                      <a:r>
                        <a:rPr lang="en-US" sz="1050">
                          <a:effectLst/>
                        </a:rPr>
                        <a:t>29</a:t>
                      </a:r>
                      <a:endParaRPr lang="en-US" sz="1050"/>
                    </a:p>
                  </a:txBody>
                  <a:tcPr marL="62053" marR="62053" marT="31026" marB="31026"/>
                </a:tc>
                <a:tc>
                  <a:txBody>
                    <a:bodyPr/>
                    <a:lstStyle/>
                    <a:p>
                      <a:pPr algn="ctr"/>
                      <a:r>
                        <a:rPr lang="en-US" sz="1050">
                          <a:effectLst/>
                        </a:rPr>
                        <a:t>SAS</a:t>
                      </a:r>
                      <a:endParaRPr lang="en-US" sz="1050"/>
                    </a:p>
                  </a:txBody>
                  <a:tcPr marL="62053" marR="62053" marT="31026" marB="31026"/>
                </a:tc>
                <a:tc>
                  <a:txBody>
                    <a:bodyPr/>
                    <a:lstStyle/>
                    <a:p>
                      <a:pPr algn="ctr"/>
                      <a:r>
                        <a:rPr lang="en-US" sz="1050">
                          <a:effectLst/>
                        </a:rPr>
                        <a:t>14</a:t>
                      </a:r>
                      <a:endParaRPr lang="en-US" sz="1050"/>
                    </a:p>
                  </a:txBody>
                  <a:tcPr marL="62053" marR="62053" marT="31026" marB="31026"/>
                </a:tc>
                <a:tc>
                  <a:txBody>
                    <a:bodyPr/>
                    <a:lstStyle/>
                    <a:p>
                      <a:pPr algn="ctr"/>
                      <a:r>
                        <a:rPr lang="en-US" sz="1050">
                          <a:effectLst/>
                        </a:rPr>
                        <a:t>Conference-2</a:t>
                      </a:r>
                      <a:endParaRPr lang="en-US" sz="1050"/>
                    </a:p>
                  </a:txBody>
                  <a:tcPr marL="62053" marR="62053" marT="31026" marB="31026"/>
                </a:tc>
                <a:extLst>
                  <a:ext uri="{0D108BD9-81ED-4DB2-BD59-A6C34878D82A}">
                    <a16:rowId xmlns:a16="http://schemas.microsoft.com/office/drawing/2014/main" val="2291448041"/>
                  </a:ext>
                </a:extLst>
              </a:tr>
              <a:tr h="209307">
                <a:tc>
                  <a:txBody>
                    <a:bodyPr/>
                    <a:lstStyle/>
                    <a:p>
                      <a:pPr algn="ctr"/>
                      <a:r>
                        <a:rPr lang="en-US" sz="1050">
                          <a:effectLst/>
                        </a:rPr>
                        <a:t>30</a:t>
                      </a:r>
                      <a:endParaRPr lang="en-US" sz="1050"/>
                    </a:p>
                  </a:txBody>
                  <a:tcPr marL="62053" marR="62053" marT="31026" marB="31026"/>
                </a:tc>
                <a:tc>
                  <a:txBody>
                    <a:bodyPr/>
                    <a:lstStyle/>
                    <a:p>
                      <a:pPr algn="ctr"/>
                      <a:r>
                        <a:rPr lang="en-US" sz="1050">
                          <a:effectLst/>
                        </a:rPr>
                        <a:t>TOR</a:t>
                      </a:r>
                      <a:endParaRPr lang="en-US" sz="1050"/>
                    </a:p>
                  </a:txBody>
                  <a:tcPr marL="62053" marR="62053" marT="31026" marB="31026"/>
                </a:tc>
                <a:tc>
                  <a:txBody>
                    <a:bodyPr/>
                    <a:lstStyle/>
                    <a:p>
                      <a:pPr algn="ctr"/>
                      <a:r>
                        <a:rPr lang="en-US" sz="1050">
                          <a:effectLst/>
                        </a:rPr>
                        <a:t>12</a:t>
                      </a:r>
                      <a:endParaRPr lang="en-US" sz="1050"/>
                    </a:p>
                  </a:txBody>
                  <a:tcPr marL="62053" marR="62053" marT="31026" marB="31026"/>
                </a:tc>
                <a:tc>
                  <a:txBody>
                    <a:bodyPr/>
                    <a:lstStyle/>
                    <a:p>
                      <a:pPr algn="ctr"/>
                      <a:r>
                        <a:rPr lang="en-US" sz="1050">
                          <a:effectLst/>
                        </a:rPr>
                        <a:t>Conference-1</a:t>
                      </a:r>
                      <a:endParaRPr lang="en-US" sz="1050"/>
                    </a:p>
                  </a:txBody>
                  <a:tcPr marL="62053" marR="62053" marT="31026" marB="31026"/>
                </a:tc>
                <a:extLst>
                  <a:ext uri="{0D108BD9-81ED-4DB2-BD59-A6C34878D82A}">
                    <a16:rowId xmlns:a16="http://schemas.microsoft.com/office/drawing/2014/main" val="1355781226"/>
                  </a:ext>
                </a:extLst>
              </a:tr>
            </a:tbl>
          </a:graphicData>
        </a:graphic>
      </p:graphicFrame>
    </p:spTree>
    <p:extLst>
      <p:ext uri="{BB962C8B-B14F-4D97-AF65-F5344CB8AC3E}">
        <p14:creationId xmlns:p14="http://schemas.microsoft.com/office/powerpoint/2010/main" val="301732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865AF7-9FA9-B136-1E85-25C81F40C048}"/>
              </a:ext>
            </a:extLst>
          </p:cNvPr>
          <p:cNvSpPr>
            <a:spLocks noGrp="1"/>
          </p:cNvSpPr>
          <p:nvPr>
            <p:ph type="title"/>
          </p:nvPr>
        </p:nvSpPr>
        <p:spPr>
          <a:xfrm>
            <a:off x="660042" y="891652"/>
            <a:ext cx="4412021" cy="3030724"/>
          </a:xfrm>
        </p:spPr>
        <p:txBody>
          <a:bodyPr vert="horz" lIns="91440" tIns="45720" rIns="91440" bIns="45720" rtlCol="0" anchor="ctr">
            <a:normAutofit/>
          </a:bodyPr>
          <a:lstStyle/>
          <a:p>
            <a:pPr algn="ctr"/>
            <a:r>
              <a:rPr lang="en-US" sz="4000" b="1" kern="1200">
                <a:solidFill>
                  <a:srgbClr val="FFFFFF"/>
                </a:solidFill>
                <a:latin typeface="+mj-lt"/>
                <a:ea typeface="+mj-ea"/>
                <a:cs typeface="+mj-cs"/>
              </a:rPr>
              <a:t>Players Table</a:t>
            </a:r>
            <a:r>
              <a:rPr lang="en-US" sz="4000" b="1">
                <a:solidFill>
                  <a:srgbClr val="FFFFFF"/>
                </a:solidFill>
              </a:rPr>
              <a:t>, </a:t>
            </a:r>
            <a:r>
              <a:rPr lang="en-US" sz="4000" b="1" kern="1200">
                <a:solidFill>
                  <a:srgbClr val="FFFFFF"/>
                </a:solidFill>
                <a:latin typeface="+mj-lt"/>
                <a:ea typeface="+mj-ea"/>
                <a:cs typeface="+mj-cs"/>
              </a:rPr>
              <a:t>Attributes with Keys</a:t>
            </a:r>
            <a:endParaRPr lang="en-US" sz="4000" kern="1200">
              <a:solidFill>
                <a:srgbClr val="FFFFFF"/>
              </a:solidFill>
              <a:latin typeface="+mj-lt"/>
              <a:ea typeface="Calibri Light" panose="020F0302020204030204"/>
              <a:cs typeface="Calibri Light" panose="020F0302020204030204"/>
            </a:endParaRPr>
          </a:p>
        </p:txBody>
      </p:sp>
      <p:graphicFrame>
        <p:nvGraphicFramePr>
          <p:cNvPr id="5" name="Content Placeholder 4">
            <a:extLst>
              <a:ext uri="{FF2B5EF4-FFF2-40B4-BE49-F238E27FC236}">
                <a16:creationId xmlns:a16="http://schemas.microsoft.com/office/drawing/2014/main" id="{41F7017F-A4F1-0BA0-8A82-A6D357796EC9}"/>
              </a:ext>
            </a:extLst>
          </p:cNvPr>
          <p:cNvGraphicFramePr>
            <a:graphicFrameLocks noGrp="1"/>
          </p:cNvGraphicFramePr>
          <p:nvPr>
            <p:ph idx="1"/>
            <p:extLst>
              <p:ext uri="{D42A27DB-BD31-4B8C-83A1-F6EECF244321}">
                <p14:modId xmlns:p14="http://schemas.microsoft.com/office/powerpoint/2010/main" val="2005438264"/>
              </p:ext>
            </p:extLst>
          </p:nvPr>
        </p:nvGraphicFramePr>
        <p:xfrm>
          <a:off x="6176211" y="210552"/>
          <a:ext cx="5825391" cy="6439847"/>
        </p:xfrm>
        <a:graphic>
          <a:graphicData uri="http://schemas.openxmlformats.org/drawingml/2006/table">
            <a:tbl>
              <a:tblPr firstRow="1" bandRow="1">
                <a:tableStyleId>{3B4B98B0-60AC-42C2-AFA5-B58CD77FA1E5}</a:tableStyleId>
              </a:tblPr>
              <a:tblGrid>
                <a:gridCol w="1462309">
                  <a:extLst>
                    <a:ext uri="{9D8B030D-6E8A-4147-A177-3AD203B41FA5}">
                      <a16:colId xmlns:a16="http://schemas.microsoft.com/office/drawing/2014/main" val="2580905862"/>
                    </a:ext>
                  </a:extLst>
                </a:gridCol>
                <a:gridCol w="2975177">
                  <a:extLst>
                    <a:ext uri="{9D8B030D-6E8A-4147-A177-3AD203B41FA5}">
                      <a16:colId xmlns:a16="http://schemas.microsoft.com/office/drawing/2014/main" val="2603027592"/>
                    </a:ext>
                  </a:extLst>
                </a:gridCol>
                <a:gridCol w="1387905">
                  <a:extLst>
                    <a:ext uri="{9D8B030D-6E8A-4147-A177-3AD203B41FA5}">
                      <a16:colId xmlns:a16="http://schemas.microsoft.com/office/drawing/2014/main" val="3388598720"/>
                    </a:ext>
                  </a:extLst>
                </a:gridCol>
              </a:tblGrid>
              <a:tr h="207737">
                <a:tc>
                  <a:txBody>
                    <a:bodyPr/>
                    <a:lstStyle/>
                    <a:p>
                      <a:pPr algn="ctr"/>
                      <a:r>
                        <a:rPr lang="en-US" sz="1000" u="sng">
                          <a:effectLst/>
                          <a:latin typeface="Calibri Light"/>
                        </a:rPr>
                        <a:t>Player-ID</a:t>
                      </a:r>
                      <a:endParaRPr lang="en-US" sz="1000" u="sng">
                        <a:latin typeface="Calibri Light"/>
                      </a:endParaRPr>
                    </a:p>
                  </a:txBody>
                  <a:tcPr marL="45191" marR="45191" marT="22595" marB="22595" anchor="ctr"/>
                </a:tc>
                <a:tc>
                  <a:txBody>
                    <a:bodyPr/>
                    <a:lstStyle/>
                    <a:p>
                      <a:pPr algn="ctr"/>
                      <a:r>
                        <a:rPr lang="en-US" sz="1000" u="sng">
                          <a:effectLst/>
                          <a:latin typeface="Calibri Light"/>
                        </a:rPr>
                        <a:t>Player-Name</a:t>
                      </a:r>
                      <a:endParaRPr lang="en-US" sz="1000" u="sng" err="1">
                        <a:latin typeface="Calibri Light"/>
                      </a:endParaRPr>
                    </a:p>
                  </a:txBody>
                  <a:tcPr marL="45191" marR="45191" marT="22595" marB="22595" anchor="ctr"/>
                </a:tc>
                <a:tc>
                  <a:txBody>
                    <a:bodyPr/>
                    <a:lstStyle/>
                    <a:p>
                      <a:pPr algn="ctr"/>
                      <a:r>
                        <a:rPr lang="en-US" sz="1000" u="sng">
                          <a:effectLst/>
                          <a:latin typeface="Calibri Light"/>
                        </a:rPr>
                        <a:t>Team-ID</a:t>
                      </a:r>
                      <a:endParaRPr lang="en-US" sz="1000" u="sng">
                        <a:latin typeface="Calibri Light"/>
                      </a:endParaRPr>
                    </a:p>
                  </a:txBody>
                  <a:tcPr marL="45191" marR="45191" marT="22595" marB="22595" anchor="ctr"/>
                </a:tc>
                <a:extLst>
                  <a:ext uri="{0D108BD9-81ED-4DB2-BD59-A6C34878D82A}">
                    <a16:rowId xmlns:a16="http://schemas.microsoft.com/office/drawing/2014/main" val="2874257487"/>
                  </a:ext>
                </a:extLst>
              </a:tr>
              <a:tr h="207737">
                <a:tc>
                  <a:txBody>
                    <a:bodyPr/>
                    <a:lstStyle/>
                    <a:p>
                      <a:pPr algn="ctr"/>
                      <a:r>
                        <a:rPr lang="en-US" sz="1000">
                          <a:effectLst/>
                          <a:latin typeface="Calibri Light"/>
                        </a:rPr>
                        <a:t>1</a:t>
                      </a:r>
                      <a:endParaRPr lang="en-US" sz="1000">
                        <a:latin typeface="Calibri Light"/>
                      </a:endParaRPr>
                    </a:p>
                  </a:txBody>
                  <a:tcPr marL="45191" marR="45191" marT="22595" marB="22595" anchor="ctr"/>
                </a:tc>
                <a:tc>
                  <a:txBody>
                    <a:bodyPr/>
                    <a:lstStyle/>
                    <a:p>
                      <a:pPr algn="ctr"/>
                      <a:r>
                        <a:rPr lang="en-US" sz="1000">
                          <a:effectLst/>
                          <a:latin typeface="Calibri Light"/>
                        </a:rPr>
                        <a:t>Joel Embiid</a:t>
                      </a:r>
                      <a:endParaRPr lang="en-US" sz="1000">
                        <a:latin typeface="Calibri Light"/>
                      </a:endParaRPr>
                    </a:p>
                  </a:txBody>
                  <a:tcPr marL="45191" marR="45191" marT="22595" marB="22595" anchor="ctr"/>
                </a:tc>
                <a:tc>
                  <a:txBody>
                    <a:bodyPr/>
                    <a:lstStyle/>
                    <a:p>
                      <a:pPr algn="ctr"/>
                      <a:r>
                        <a:rPr lang="en-US" sz="1000">
                          <a:effectLst/>
                          <a:latin typeface="Calibri Light"/>
                        </a:rPr>
                        <a:t>PHI</a:t>
                      </a:r>
                      <a:endParaRPr lang="en-US" sz="1000">
                        <a:latin typeface="Calibri Light"/>
                      </a:endParaRPr>
                    </a:p>
                  </a:txBody>
                  <a:tcPr marL="45191" marR="45191" marT="22595" marB="22595" anchor="ctr"/>
                </a:tc>
                <a:extLst>
                  <a:ext uri="{0D108BD9-81ED-4DB2-BD59-A6C34878D82A}">
                    <a16:rowId xmlns:a16="http://schemas.microsoft.com/office/drawing/2014/main" val="2961250253"/>
                  </a:ext>
                </a:extLst>
              </a:tr>
              <a:tr h="207737">
                <a:tc>
                  <a:txBody>
                    <a:bodyPr/>
                    <a:lstStyle/>
                    <a:p>
                      <a:pPr algn="ctr"/>
                      <a:r>
                        <a:rPr lang="en-US" sz="1000">
                          <a:effectLst/>
                          <a:latin typeface="Calibri Light"/>
                        </a:rPr>
                        <a:t>2</a:t>
                      </a:r>
                      <a:endParaRPr lang="en-US" sz="1000">
                        <a:latin typeface="Calibri Light"/>
                      </a:endParaRPr>
                    </a:p>
                  </a:txBody>
                  <a:tcPr marL="45191" marR="45191" marT="22595" marB="22595" anchor="ctr"/>
                </a:tc>
                <a:tc>
                  <a:txBody>
                    <a:bodyPr/>
                    <a:lstStyle/>
                    <a:p>
                      <a:pPr algn="ctr"/>
                      <a:r>
                        <a:rPr lang="en-US" sz="1000">
                          <a:effectLst/>
                          <a:latin typeface="Calibri Light"/>
                        </a:rPr>
                        <a:t>Luka Dončić</a:t>
                      </a:r>
                      <a:endParaRPr lang="en-US" sz="1000">
                        <a:latin typeface="Calibri Light"/>
                      </a:endParaRPr>
                    </a:p>
                  </a:txBody>
                  <a:tcPr marL="45191" marR="45191" marT="22595" marB="22595" anchor="ctr"/>
                </a:tc>
                <a:tc>
                  <a:txBody>
                    <a:bodyPr/>
                    <a:lstStyle/>
                    <a:p>
                      <a:pPr algn="ctr"/>
                      <a:r>
                        <a:rPr lang="en-US" sz="1000">
                          <a:effectLst/>
                          <a:latin typeface="Calibri Light"/>
                        </a:rPr>
                        <a:t>DAL</a:t>
                      </a:r>
                      <a:endParaRPr lang="en-US" sz="1000">
                        <a:latin typeface="Calibri Light"/>
                      </a:endParaRPr>
                    </a:p>
                  </a:txBody>
                  <a:tcPr marL="45191" marR="45191" marT="22595" marB="22595" anchor="ctr"/>
                </a:tc>
                <a:extLst>
                  <a:ext uri="{0D108BD9-81ED-4DB2-BD59-A6C34878D82A}">
                    <a16:rowId xmlns:a16="http://schemas.microsoft.com/office/drawing/2014/main" val="2570214501"/>
                  </a:ext>
                </a:extLst>
              </a:tr>
              <a:tr h="207737">
                <a:tc>
                  <a:txBody>
                    <a:bodyPr/>
                    <a:lstStyle/>
                    <a:p>
                      <a:pPr algn="ctr"/>
                      <a:r>
                        <a:rPr lang="en-US" sz="1000">
                          <a:effectLst/>
                          <a:latin typeface="Calibri Light"/>
                        </a:rPr>
                        <a:t>3</a:t>
                      </a:r>
                      <a:endParaRPr lang="en-US" sz="1000">
                        <a:latin typeface="Calibri Light"/>
                      </a:endParaRPr>
                    </a:p>
                  </a:txBody>
                  <a:tcPr marL="45191" marR="45191" marT="22595" marB="22595" anchor="ctr"/>
                </a:tc>
                <a:tc>
                  <a:txBody>
                    <a:bodyPr/>
                    <a:lstStyle/>
                    <a:p>
                      <a:pPr algn="ctr"/>
                      <a:r>
                        <a:rPr lang="en-US" sz="1000">
                          <a:effectLst/>
                          <a:latin typeface="Calibri Light"/>
                        </a:rPr>
                        <a:t>Shai Gilgeous-Alexander</a:t>
                      </a:r>
                      <a:endParaRPr lang="en-US" sz="1000">
                        <a:latin typeface="Calibri Light"/>
                      </a:endParaRPr>
                    </a:p>
                  </a:txBody>
                  <a:tcPr marL="45191" marR="45191" marT="22595" marB="22595" anchor="ctr"/>
                </a:tc>
                <a:tc>
                  <a:txBody>
                    <a:bodyPr/>
                    <a:lstStyle/>
                    <a:p>
                      <a:pPr algn="ctr"/>
                      <a:r>
                        <a:rPr lang="en-US" sz="1000">
                          <a:effectLst/>
                          <a:latin typeface="Calibri Light"/>
                        </a:rPr>
                        <a:t>OKC</a:t>
                      </a:r>
                      <a:endParaRPr lang="en-US" sz="1000">
                        <a:latin typeface="Calibri Light"/>
                      </a:endParaRPr>
                    </a:p>
                  </a:txBody>
                  <a:tcPr marL="45191" marR="45191" marT="22595" marB="22595" anchor="ctr"/>
                </a:tc>
                <a:extLst>
                  <a:ext uri="{0D108BD9-81ED-4DB2-BD59-A6C34878D82A}">
                    <a16:rowId xmlns:a16="http://schemas.microsoft.com/office/drawing/2014/main" val="391558052"/>
                  </a:ext>
                </a:extLst>
              </a:tr>
              <a:tr h="207737">
                <a:tc>
                  <a:txBody>
                    <a:bodyPr/>
                    <a:lstStyle/>
                    <a:p>
                      <a:pPr algn="ctr"/>
                      <a:r>
                        <a:rPr lang="en-US" sz="1000">
                          <a:effectLst/>
                          <a:latin typeface="Calibri Light"/>
                        </a:rPr>
                        <a:t>4</a:t>
                      </a:r>
                      <a:endParaRPr lang="en-US" sz="1000">
                        <a:latin typeface="Calibri Light"/>
                      </a:endParaRPr>
                    </a:p>
                  </a:txBody>
                  <a:tcPr marL="45191" marR="45191" marT="22595" marB="22595" anchor="ctr"/>
                </a:tc>
                <a:tc>
                  <a:txBody>
                    <a:bodyPr/>
                    <a:lstStyle/>
                    <a:p>
                      <a:pPr algn="ctr"/>
                      <a:r>
                        <a:rPr lang="en-US" sz="1000">
                          <a:effectLst/>
                          <a:latin typeface="Calibri Light"/>
                        </a:rPr>
                        <a:t>Giannis Antetokounmpo</a:t>
                      </a:r>
                      <a:endParaRPr lang="en-US" sz="1000">
                        <a:latin typeface="Calibri Light"/>
                      </a:endParaRPr>
                    </a:p>
                  </a:txBody>
                  <a:tcPr marL="45191" marR="45191" marT="22595" marB="22595" anchor="ctr"/>
                </a:tc>
                <a:tc>
                  <a:txBody>
                    <a:bodyPr/>
                    <a:lstStyle/>
                    <a:p>
                      <a:pPr algn="ctr"/>
                      <a:r>
                        <a:rPr lang="en-US" sz="1000">
                          <a:effectLst/>
                          <a:latin typeface="Calibri Light"/>
                        </a:rPr>
                        <a:t>MIL</a:t>
                      </a:r>
                      <a:endParaRPr lang="en-US" sz="1000">
                        <a:latin typeface="Calibri Light"/>
                      </a:endParaRPr>
                    </a:p>
                  </a:txBody>
                  <a:tcPr marL="45191" marR="45191" marT="22595" marB="22595" anchor="ctr"/>
                </a:tc>
                <a:extLst>
                  <a:ext uri="{0D108BD9-81ED-4DB2-BD59-A6C34878D82A}">
                    <a16:rowId xmlns:a16="http://schemas.microsoft.com/office/drawing/2014/main" val="4175433099"/>
                  </a:ext>
                </a:extLst>
              </a:tr>
              <a:tr h="207737">
                <a:tc>
                  <a:txBody>
                    <a:bodyPr/>
                    <a:lstStyle/>
                    <a:p>
                      <a:pPr algn="ctr"/>
                      <a:r>
                        <a:rPr lang="en-US" sz="1000">
                          <a:effectLst/>
                          <a:latin typeface="Calibri Light"/>
                        </a:rPr>
                        <a:t>5</a:t>
                      </a:r>
                      <a:endParaRPr lang="en-US" sz="1000">
                        <a:latin typeface="Calibri Light"/>
                      </a:endParaRPr>
                    </a:p>
                  </a:txBody>
                  <a:tcPr marL="45191" marR="45191" marT="22595" marB="22595" anchor="ctr"/>
                </a:tc>
                <a:tc>
                  <a:txBody>
                    <a:bodyPr/>
                    <a:lstStyle/>
                    <a:p>
                      <a:pPr algn="ctr"/>
                      <a:r>
                        <a:rPr lang="en-US" sz="1000">
                          <a:effectLst/>
                          <a:latin typeface="Calibri Light"/>
                        </a:rPr>
                        <a:t>Donovan Mitchell</a:t>
                      </a:r>
                      <a:endParaRPr lang="en-US" sz="1000">
                        <a:latin typeface="Calibri Light"/>
                      </a:endParaRPr>
                    </a:p>
                  </a:txBody>
                  <a:tcPr marL="45191" marR="45191" marT="22595" marB="22595" anchor="ctr"/>
                </a:tc>
                <a:tc>
                  <a:txBody>
                    <a:bodyPr/>
                    <a:lstStyle/>
                    <a:p>
                      <a:pPr algn="ctr"/>
                      <a:r>
                        <a:rPr lang="en-US" sz="1000">
                          <a:effectLst/>
                          <a:latin typeface="Calibri Light"/>
                        </a:rPr>
                        <a:t>CLE</a:t>
                      </a:r>
                      <a:endParaRPr lang="en-US" sz="1000">
                        <a:latin typeface="Calibri Light"/>
                      </a:endParaRPr>
                    </a:p>
                  </a:txBody>
                  <a:tcPr marL="45191" marR="45191" marT="22595" marB="22595" anchor="ctr"/>
                </a:tc>
                <a:extLst>
                  <a:ext uri="{0D108BD9-81ED-4DB2-BD59-A6C34878D82A}">
                    <a16:rowId xmlns:a16="http://schemas.microsoft.com/office/drawing/2014/main" val="1998402475"/>
                  </a:ext>
                </a:extLst>
              </a:tr>
              <a:tr h="207737">
                <a:tc>
                  <a:txBody>
                    <a:bodyPr/>
                    <a:lstStyle/>
                    <a:p>
                      <a:pPr algn="ctr"/>
                      <a:r>
                        <a:rPr lang="en-US" sz="1000">
                          <a:effectLst/>
                          <a:latin typeface="Calibri Light"/>
                        </a:rPr>
                        <a:t>6</a:t>
                      </a:r>
                      <a:endParaRPr lang="en-US" sz="1000">
                        <a:latin typeface="Calibri Light"/>
                      </a:endParaRPr>
                    </a:p>
                  </a:txBody>
                  <a:tcPr marL="45191" marR="45191" marT="22595" marB="22595" anchor="ctr"/>
                </a:tc>
                <a:tc>
                  <a:txBody>
                    <a:bodyPr/>
                    <a:lstStyle/>
                    <a:p>
                      <a:pPr algn="ctr"/>
                      <a:r>
                        <a:rPr lang="en-US" sz="1000">
                          <a:effectLst/>
                          <a:latin typeface="Calibri Light"/>
                        </a:rPr>
                        <a:t>Kevin Durant</a:t>
                      </a:r>
                      <a:endParaRPr lang="en-US" sz="1000">
                        <a:latin typeface="Calibri Light"/>
                      </a:endParaRPr>
                    </a:p>
                  </a:txBody>
                  <a:tcPr marL="45191" marR="45191" marT="22595" marB="22595" anchor="ctr"/>
                </a:tc>
                <a:tc>
                  <a:txBody>
                    <a:bodyPr/>
                    <a:lstStyle/>
                    <a:p>
                      <a:pPr algn="ctr"/>
                      <a:r>
                        <a:rPr lang="en-US" sz="1000">
                          <a:effectLst/>
                          <a:latin typeface="Calibri Light"/>
                        </a:rPr>
                        <a:t>PHO</a:t>
                      </a:r>
                      <a:endParaRPr lang="en-US" sz="1000">
                        <a:latin typeface="Calibri Light"/>
                      </a:endParaRPr>
                    </a:p>
                  </a:txBody>
                  <a:tcPr marL="45191" marR="45191" marT="22595" marB="22595" anchor="ctr"/>
                </a:tc>
                <a:extLst>
                  <a:ext uri="{0D108BD9-81ED-4DB2-BD59-A6C34878D82A}">
                    <a16:rowId xmlns:a16="http://schemas.microsoft.com/office/drawing/2014/main" val="1676093132"/>
                  </a:ext>
                </a:extLst>
              </a:tr>
              <a:tr h="207737">
                <a:tc>
                  <a:txBody>
                    <a:bodyPr/>
                    <a:lstStyle/>
                    <a:p>
                      <a:pPr algn="ctr"/>
                      <a:r>
                        <a:rPr lang="en-US" sz="1000">
                          <a:effectLst/>
                          <a:latin typeface="Calibri Light"/>
                        </a:rPr>
                        <a:t>7</a:t>
                      </a:r>
                      <a:endParaRPr lang="en-US" sz="1000">
                        <a:latin typeface="Calibri Light"/>
                      </a:endParaRPr>
                    </a:p>
                  </a:txBody>
                  <a:tcPr marL="45191" marR="45191" marT="22595" marB="22595" anchor="ctr"/>
                </a:tc>
                <a:tc>
                  <a:txBody>
                    <a:bodyPr/>
                    <a:lstStyle/>
                    <a:p>
                      <a:pPr algn="ctr"/>
                      <a:r>
                        <a:rPr lang="en-US" sz="1000">
                          <a:effectLst/>
                          <a:latin typeface="Calibri Light"/>
                        </a:rPr>
                        <a:t>Jalen Brunson</a:t>
                      </a:r>
                      <a:endParaRPr lang="en-US" sz="1000">
                        <a:latin typeface="Calibri Light"/>
                      </a:endParaRPr>
                    </a:p>
                  </a:txBody>
                  <a:tcPr marL="45191" marR="45191" marT="22595" marB="22595" anchor="ctr"/>
                </a:tc>
                <a:tc>
                  <a:txBody>
                    <a:bodyPr/>
                    <a:lstStyle/>
                    <a:p>
                      <a:pPr algn="ctr"/>
                      <a:r>
                        <a:rPr lang="en-US" sz="1000">
                          <a:effectLst/>
                          <a:latin typeface="Calibri Light"/>
                        </a:rPr>
                        <a:t>NYK</a:t>
                      </a:r>
                      <a:endParaRPr lang="en-US" sz="1000">
                        <a:latin typeface="Calibri Light"/>
                      </a:endParaRPr>
                    </a:p>
                  </a:txBody>
                  <a:tcPr marL="45191" marR="45191" marT="22595" marB="22595" anchor="ctr"/>
                </a:tc>
                <a:extLst>
                  <a:ext uri="{0D108BD9-81ED-4DB2-BD59-A6C34878D82A}">
                    <a16:rowId xmlns:a16="http://schemas.microsoft.com/office/drawing/2014/main" val="73879287"/>
                  </a:ext>
                </a:extLst>
              </a:tr>
              <a:tr h="207737">
                <a:tc>
                  <a:txBody>
                    <a:bodyPr/>
                    <a:lstStyle/>
                    <a:p>
                      <a:pPr algn="ctr"/>
                      <a:r>
                        <a:rPr lang="en-US" sz="1000">
                          <a:effectLst/>
                          <a:latin typeface="Calibri Light"/>
                        </a:rPr>
                        <a:t>8</a:t>
                      </a:r>
                      <a:endParaRPr lang="en-US" sz="1000">
                        <a:latin typeface="Calibri Light"/>
                      </a:endParaRPr>
                    </a:p>
                  </a:txBody>
                  <a:tcPr marL="45191" marR="45191" marT="22595" marB="22595" anchor="ctr"/>
                </a:tc>
                <a:tc>
                  <a:txBody>
                    <a:bodyPr/>
                    <a:lstStyle/>
                    <a:p>
                      <a:pPr algn="ctr"/>
                      <a:r>
                        <a:rPr lang="en-US" sz="1000">
                          <a:effectLst/>
                          <a:latin typeface="Calibri Light"/>
                        </a:rPr>
                        <a:t>Devin Booker</a:t>
                      </a:r>
                      <a:endParaRPr lang="en-US" sz="1000">
                        <a:latin typeface="Calibri Light"/>
                      </a:endParaRPr>
                    </a:p>
                  </a:txBody>
                  <a:tcPr marL="45191" marR="45191" marT="22595" marB="22595" anchor="ctr"/>
                </a:tc>
                <a:tc>
                  <a:txBody>
                    <a:bodyPr/>
                    <a:lstStyle/>
                    <a:p>
                      <a:pPr algn="ctr"/>
                      <a:r>
                        <a:rPr lang="en-US" sz="1000">
                          <a:effectLst/>
                          <a:latin typeface="Calibri Light"/>
                        </a:rPr>
                        <a:t>PHO</a:t>
                      </a:r>
                      <a:endParaRPr lang="en-US" sz="1000">
                        <a:latin typeface="Calibri Light"/>
                      </a:endParaRPr>
                    </a:p>
                  </a:txBody>
                  <a:tcPr marL="45191" marR="45191" marT="22595" marB="22595" anchor="ctr"/>
                </a:tc>
                <a:extLst>
                  <a:ext uri="{0D108BD9-81ED-4DB2-BD59-A6C34878D82A}">
                    <a16:rowId xmlns:a16="http://schemas.microsoft.com/office/drawing/2014/main" val="294540669"/>
                  </a:ext>
                </a:extLst>
              </a:tr>
              <a:tr h="207737">
                <a:tc>
                  <a:txBody>
                    <a:bodyPr/>
                    <a:lstStyle/>
                    <a:p>
                      <a:pPr algn="ctr"/>
                      <a:r>
                        <a:rPr lang="en-US" sz="1000">
                          <a:effectLst/>
                          <a:latin typeface="Calibri Light"/>
                        </a:rPr>
                        <a:t>9</a:t>
                      </a:r>
                      <a:endParaRPr lang="en-US" sz="1000">
                        <a:latin typeface="Calibri Light"/>
                      </a:endParaRPr>
                    </a:p>
                  </a:txBody>
                  <a:tcPr marL="45191" marR="45191" marT="22595" marB="22595" anchor="ctr"/>
                </a:tc>
                <a:tc>
                  <a:txBody>
                    <a:bodyPr/>
                    <a:lstStyle/>
                    <a:p>
                      <a:pPr algn="ctr"/>
                      <a:r>
                        <a:rPr lang="en-US" sz="1000">
                          <a:effectLst/>
                          <a:latin typeface="Calibri Light"/>
                        </a:rPr>
                        <a:t>Stephen Curry</a:t>
                      </a:r>
                      <a:endParaRPr lang="en-US" sz="1000">
                        <a:latin typeface="Calibri Light"/>
                      </a:endParaRPr>
                    </a:p>
                  </a:txBody>
                  <a:tcPr marL="45191" marR="45191" marT="22595" marB="22595" anchor="ctr"/>
                </a:tc>
                <a:tc>
                  <a:txBody>
                    <a:bodyPr/>
                    <a:lstStyle/>
                    <a:p>
                      <a:pPr algn="ctr"/>
                      <a:r>
                        <a:rPr lang="en-US" sz="1000">
                          <a:effectLst/>
                          <a:latin typeface="Calibri Light"/>
                        </a:rPr>
                        <a:t>GSW</a:t>
                      </a:r>
                      <a:endParaRPr lang="en-US" sz="1000">
                        <a:latin typeface="Calibri Light"/>
                      </a:endParaRPr>
                    </a:p>
                  </a:txBody>
                  <a:tcPr marL="45191" marR="45191" marT="22595" marB="22595" anchor="ctr"/>
                </a:tc>
                <a:extLst>
                  <a:ext uri="{0D108BD9-81ED-4DB2-BD59-A6C34878D82A}">
                    <a16:rowId xmlns:a16="http://schemas.microsoft.com/office/drawing/2014/main" val="3286250939"/>
                  </a:ext>
                </a:extLst>
              </a:tr>
              <a:tr h="207737">
                <a:tc>
                  <a:txBody>
                    <a:bodyPr/>
                    <a:lstStyle/>
                    <a:p>
                      <a:pPr algn="ctr"/>
                      <a:r>
                        <a:rPr lang="en-US" sz="1000">
                          <a:effectLst/>
                          <a:latin typeface="Calibri Light"/>
                        </a:rPr>
                        <a:t>10</a:t>
                      </a:r>
                      <a:endParaRPr lang="en-US" sz="1000">
                        <a:latin typeface="Calibri Light"/>
                      </a:endParaRPr>
                    </a:p>
                  </a:txBody>
                  <a:tcPr marL="45191" marR="45191" marT="22595" marB="22595" anchor="ctr"/>
                </a:tc>
                <a:tc>
                  <a:txBody>
                    <a:bodyPr/>
                    <a:lstStyle/>
                    <a:p>
                      <a:pPr algn="ctr"/>
                      <a:r>
                        <a:rPr lang="en-US" sz="1000">
                          <a:effectLst/>
                          <a:latin typeface="Calibri Light"/>
                        </a:rPr>
                        <a:t>Jayson Tatum</a:t>
                      </a:r>
                      <a:endParaRPr lang="en-US" sz="1000">
                        <a:latin typeface="Calibri Light"/>
                      </a:endParaRPr>
                    </a:p>
                  </a:txBody>
                  <a:tcPr marL="45191" marR="45191" marT="22595" marB="22595" anchor="ctr"/>
                </a:tc>
                <a:tc>
                  <a:txBody>
                    <a:bodyPr/>
                    <a:lstStyle/>
                    <a:p>
                      <a:pPr algn="ctr"/>
                      <a:r>
                        <a:rPr lang="en-US" sz="1000">
                          <a:effectLst/>
                          <a:latin typeface="Calibri Light"/>
                        </a:rPr>
                        <a:t>BOS</a:t>
                      </a:r>
                      <a:endParaRPr lang="en-US" sz="1000">
                        <a:latin typeface="Calibri Light"/>
                      </a:endParaRPr>
                    </a:p>
                  </a:txBody>
                  <a:tcPr marL="45191" marR="45191" marT="22595" marB="22595" anchor="ctr"/>
                </a:tc>
                <a:extLst>
                  <a:ext uri="{0D108BD9-81ED-4DB2-BD59-A6C34878D82A}">
                    <a16:rowId xmlns:a16="http://schemas.microsoft.com/office/drawing/2014/main" val="533450667"/>
                  </a:ext>
                </a:extLst>
              </a:tr>
              <a:tr h="207737">
                <a:tc>
                  <a:txBody>
                    <a:bodyPr/>
                    <a:lstStyle/>
                    <a:p>
                      <a:pPr algn="ctr"/>
                      <a:r>
                        <a:rPr lang="en-US" sz="1000">
                          <a:effectLst/>
                          <a:latin typeface="Calibri Light"/>
                        </a:rPr>
                        <a:t>11</a:t>
                      </a:r>
                      <a:endParaRPr lang="en-US" sz="1000">
                        <a:latin typeface="Calibri Light"/>
                      </a:endParaRPr>
                    </a:p>
                  </a:txBody>
                  <a:tcPr marL="45191" marR="45191" marT="22595" marB="22595" anchor="ctr"/>
                </a:tc>
                <a:tc>
                  <a:txBody>
                    <a:bodyPr/>
                    <a:lstStyle/>
                    <a:p>
                      <a:pPr algn="ctr"/>
                      <a:r>
                        <a:rPr lang="en-US" sz="1000">
                          <a:effectLst/>
                          <a:latin typeface="Calibri Light"/>
                        </a:rPr>
                        <a:t>De'Aaron Fox</a:t>
                      </a:r>
                      <a:endParaRPr lang="en-US" sz="1000">
                        <a:latin typeface="Calibri Light"/>
                      </a:endParaRPr>
                    </a:p>
                  </a:txBody>
                  <a:tcPr marL="45191" marR="45191" marT="22595" marB="22595" anchor="ctr"/>
                </a:tc>
                <a:tc>
                  <a:txBody>
                    <a:bodyPr/>
                    <a:lstStyle/>
                    <a:p>
                      <a:pPr algn="ctr"/>
                      <a:r>
                        <a:rPr lang="en-US" sz="1000">
                          <a:effectLst/>
                          <a:latin typeface="Calibri Light"/>
                        </a:rPr>
                        <a:t>SAC</a:t>
                      </a:r>
                      <a:endParaRPr lang="en-US" sz="1000">
                        <a:latin typeface="Calibri Light"/>
                      </a:endParaRPr>
                    </a:p>
                  </a:txBody>
                  <a:tcPr marL="45191" marR="45191" marT="22595" marB="22595" anchor="ctr"/>
                </a:tc>
                <a:extLst>
                  <a:ext uri="{0D108BD9-81ED-4DB2-BD59-A6C34878D82A}">
                    <a16:rowId xmlns:a16="http://schemas.microsoft.com/office/drawing/2014/main" val="3502433452"/>
                  </a:ext>
                </a:extLst>
              </a:tr>
              <a:tr h="207737">
                <a:tc>
                  <a:txBody>
                    <a:bodyPr/>
                    <a:lstStyle/>
                    <a:p>
                      <a:pPr algn="ctr"/>
                      <a:r>
                        <a:rPr lang="en-US" sz="1000">
                          <a:effectLst/>
                          <a:latin typeface="Calibri Light"/>
                        </a:rPr>
                        <a:t>12</a:t>
                      </a:r>
                      <a:endParaRPr lang="en-US" sz="1000">
                        <a:latin typeface="Calibri Light"/>
                      </a:endParaRPr>
                    </a:p>
                  </a:txBody>
                  <a:tcPr marL="45191" marR="45191" marT="22595" marB="22595" anchor="ctr"/>
                </a:tc>
                <a:tc>
                  <a:txBody>
                    <a:bodyPr/>
                    <a:lstStyle/>
                    <a:p>
                      <a:pPr algn="ctr"/>
                      <a:r>
                        <a:rPr lang="en-US" sz="1000">
                          <a:effectLst/>
                          <a:latin typeface="Calibri Light"/>
                        </a:rPr>
                        <a:t>Trae Young</a:t>
                      </a:r>
                      <a:endParaRPr lang="en-US" sz="1000">
                        <a:latin typeface="Calibri Light"/>
                      </a:endParaRPr>
                    </a:p>
                  </a:txBody>
                  <a:tcPr marL="45191" marR="45191" marT="22595" marB="22595" anchor="ctr"/>
                </a:tc>
                <a:tc>
                  <a:txBody>
                    <a:bodyPr/>
                    <a:lstStyle/>
                    <a:p>
                      <a:pPr algn="ctr"/>
                      <a:r>
                        <a:rPr lang="en-US" sz="1000">
                          <a:effectLst/>
                          <a:latin typeface="Calibri Light"/>
                        </a:rPr>
                        <a:t>ATL</a:t>
                      </a:r>
                      <a:endParaRPr lang="en-US" sz="1000">
                        <a:latin typeface="Calibri Light"/>
                      </a:endParaRPr>
                    </a:p>
                  </a:txBody>
                  <a:tcPr marL="45191" marR="45191" marT="22595" marB="22595" anchor="ctr"/>
                </a:tc>
                <a:extLst>
                  <a:ext uri="{0D108BD9-81ED-4DB2-BD59-A6C34878D82A}">
                    <a16:rowId xmlns:a16="http://schemas.microsoft.com/office/drawing/2014/main" val="969753073"/>
                  </a:ext>
                </a:extLst>
              </a:tr>
              <a:tr h="207737">
                <a:tc>
                  <a:txBody>
                    <a:bodyPr/>
                    <a:lstStyle/>
                    <a:p>
                      <a:pPr algn="ctr"/>
                      <a:r>
                        <a:rPr lang="en-US" sz="1000">
                          <a:effectLst/>
                          <a:latin typeface="Calibri Light"/>
                        </a:rPr>
                        <a:t>13</a:t>
                      </a:r>
                      <a:endParaRPr lang="en-US" sz="1000">
                        <a:latin typeface="Calibri Light"/>
                      </a:endParaRPr>
                    </a:p>
                  </a:txBody>
                  <a:tcPr marL="45191" marR="45191" marT="22595" marB="22595" anchor="ctr"/>
                </a:tc>
                <a:tc>
                  <a:txBody>
                    <a:bodyPr/>
                    <a:lstStyle/>
                    <a:p>
                      <a:pPr algn="ctr"/>
                      <a:r>
                        <a:rPr lang="en-US" sz="1000">
                          <a:effectLst/>
                          <a:latin typeface="Calibri Light"/>
                        </a:rPr>
                        <a:t>Anthony Edwards</a:t>
                      </a:r>
                      <a:endParaRPr lang="en-US" sz="1000">
                        <a:latin typeface="Calibri Light"/>
                      </a:endParaRPr>
                    </a:p>
                  </a:txBody>
                  <a:tcPr marL="45191" marR="45191" marT="22595" marB="22595" anchor="ctr"/>
                </a:tc>
                <a:tc>
                  <a:txBody>
                    <a:bodyPr/>
                    <a:lstStyle/>
                    <a:p>
                      <a:pPr algn="ctr"/>
                      <a:r>
                        <a:rPr lang="en-US" sz="1000">
                          <a:effectLst/>
                          <a:latin typeface="Calibri Light"/>
                        </a:rPr>
                        <a:t>MIN</a:t>
                      </a:r>
                      <a:endParaRPr lang="en-US" sz="1000">
                        <a:latin typeface="Calibri Light"/>
                      </a:endParaRPr>
                    </a:p>
                  </a:txBody>
                  <a:tcPr marL="45191" marR="45191" marT="22595" marB="22595" anchor="ctr"/>
                </a:tc>
                <a:extLst>
                  <a:ext uri="{0D108BD9-81ED-4DB2-BD59-A6C34878D82A}">
                    <a16:rowId xmlns:a16="http://schemas.microsoft.com/office/drawing/2014/main" val="4289323588"/>
                  </a:ext>
                </a:extLst>
              </a:tr>
              <a:tr h="207737">
                <a:tc>
                  <a:txBody>
                    <a:bodyPr/>
                    <a:lstStyle/>
                    <a:p>
                      <a:pPr algn="ctr"/>
                      <a:r>
                        <a:rPr lang="en-US" sz="1000">
                          <a:effectLst/>
                          <a:latin typeface="Calibri Light"/>
                        </a:rPr>
                        <a:t>14</a:t>
                      </a:r>
                      <a:endParaRPr lang="en-US" sz="1000">
                        <a:latin typeface="Calibri Light"/>
                      </a:endParaRPr>
                    </a:p>
                  </a:txBody>
                  <a:tcPr marL="45191" marR="45191" marT="22595" marB="22595" anchor="ctr"/>
                </a:tc>
                <a:tc>
                  <a:txBody>
                    <a:bodyPr/>
                    <a:lstStyle/>
                    <a:p>
                      <a:pPr algn="ctr"/>
                      <a:r>
                        <a:rPr lang="en-US" sz="1000">
                          <a:effectLst/>
                          <a:latin typeface="Calibri Light"/>
                        </a:rPr>
                        <a:t>Tyrese Maxey</a:t>
                      </a:r>
                      <a:endParaRPr lang="en-US" sz="1000">
                        <a:latin typeface="Calibri Light"/>
                      </a:endParaRPr>
                    </a:p>
                  </a:txBody>
                  <a:tcPr marL="45191" marR="45191" marT="22595" marB="22595" anchor="ctr"/>
                </a:tc>
                <a:tc>
                  <a:txBody>
                    <a:bodyPr/>
                    <a:lstStyle/>
                    <a:p>
                      <a:pPr algn="ctr"/>
                      <a:r>
                        <a:rPr lang="en-US" sz="1000">
                          <a:effectLst/>
                          <a:latin typeface="Calibri Light"/>
                        </a:rPr>
                        <a:t>PHI</a:t>
                      </a:r>
                      <a:endParaRPr lang="en-US" sz="1000">
                        <a:latin typeface="Calibri Light"/>
                      </a:endParaRPr>
                    </a:p>
                  </a:txBody>
                  <a:tcPr marL="45191" marR="45191" marT="22595" marB="22595" anchor="ctr"/>
                </a:tc>
                <a:extLst>
                  <a:ext uri="{0D108BD9-81ED-4DB2-BD59-A6C34878D82A}">
                    <a16:rowId xmlns:a16="http://schemas.microsoft.com/office/drawing/2014/main" val="1781241888"/>
                  </a:ext>
                </a:extLst>
              </a:tr>
              <a:tr h="207737">
                <a:tc>
                  <a:txBody>
                    <a:bodyPr/>
                    <a:lstStyle/>
                    <a:p>
                      <a:pPr algn="ctr"/>
                      <a:r>
                        <a:rPr lang="en-US" sz="1000">
                          <a:effectLst/>
                          <a:latin typeface="Calibri Light"/>
                        </a:rPr>
                        <a:t>15</a:t>
                      </a:r>
                      <a:endParaRPr lang="en-US" sz="1000">
                        <a:latin typeface="Calibri Light"/>
                      </a:endParaRPr>
                    </a:p>
                  </a:txBody>
                  <a:tcPr marL="45191" marR="45191" marT="22595" marB="22595" anchor="ctr"/>
                </a:tc>
                <a:tc>
                  <a:txBody>
                    <a:bodyPr/>
                    <a:lstStyle/>
                    <a:p>
                      <a:pPr algn="ctr"/>
                      <a:r>
                        <a:rPr lang="en-US" sz="1000">
                          <a:effectLst/>
                          <a:latin typeface="Calibri Light"/>
                        </a:rPr>
                        <a:t>Nikola Jokić</a:t>
                      </a:r>
                      <a:endParaRPr lang="en-US" sz="1000">
                        <a:latin typeface="Calibri Light"/>
                      </a:endParaRPr>
                    </a:p>
                  </a:txBody>
                  <a:tcPr marL="45191" marR="45191" marT="22595" marB="22595" anchor="ctr"/>
                </a:tc>
                <a:tc>
                  <a:txBody>
                    <a:bodyPr/>
                    <a:lstStyle/>
                    <a:p>
                      <a:pPr algn="ctr"/>
                      <a:r>
                        <a:rPr lang="en-US" sz="1000">
                          <a:effectLst/>
                          <a:latin typeface="Calibri Light"/>
                        </a:rPr>
                        <a:t>DEN</a:t>
                      </a:r>
                      <a:endParaRPr lang="en-US" sz="1000">
                        <a:latin typeface="Calibri Light"/>
                      </a:endParaRPr>
                    </a:p>
                  </a:txBody>
                  <a:tcPr marL="45191" marR="45191" marT="22595" marB="22595" anchor="ctr"/>
                </a:tc>
                <a:extLst>
                  <a:ext uri="{0D108BD9-81ED-4DB2-BD59-A6C34878D82A}">
                    <a16:rowId xmlns:a16="http://schemas.microsoft.com/office/drawing/2014/main" val="1238882822"/>
                  </a:ext>
                </a:extLst>
              </a:tr>
              <a:tr h="207737">
                <a:tc>
                  <a:txBody>
                    <a:bodyPr/>
                    <a:lstStyle/>
                    <a:p>
                      <a:pPr algn="ctr"/>
                      <a:r>
                        <a:rPr lang="en-US" sz="1000">
                          <a:effectLst/>
                          <a:latin typeface="Calibri Light"/>
                        </a:rPr>
                        <a:t>16</a:t>
                      </a:r>
                      <a:endParaRPr lang="en-US" sz="1000">
                        <a:latin typeface="Calibri Light"/>
                      </a:endParaRPr>
                    </a:p>
                  </a:txBody>
                  <a:tcPr marL="45191" marR="45191" marT="22595" marB="22595" anchor="ctr"/>
                </a:tc>
                <a:tc>
                  <a:txBody>
                    <a:bodyPr/>
                    <a:lstStyle/>
                    <a:p>
                      <a:pPr algn="ctr"/>
                      <a:r>
                        <a:rPr lang="en-US" sz="1000">
                          <a:effectLst/>
                          <a:latin typeface="Calibri Light"/>
                        </a:rPr>
                        <a:t>Kyrie Irving</a:t>
                      </a:r>
                      <a:endParaRPr lang="en-US" sz="1000">
                        <a:latin typeface="Calibri Light"/>
                      </a:endParaRPr>
                    </a:p>
                  </a:txBody>
                  <a:tcPr marL="45191" marR="45191" marT="22595" marB="22595" anchor="ctr"/>
                </a:tc>
                <a:tc>
                  <a:txBody>
                    <a:bodyPr/>
                    <a:lstStyle/>
                    <a:p>
                      <a:pPr algn="ctr"/>
                      <a:r>
                        <a:rPr lang="en-US" sz="1000">
                          <a:effectLst/>
                          <a:latin typeface="Calibri Light"/>
                        </a:rPr>
                        <a:t>DAL</a:t>
                      </a:r>
                      <a:endParaRPr lang="en-US" sz="1000">
                        <a:latin typeface="Calibri Light"/>
                      </a:endParaRPr>
                    </a:p>
                  </a:txBody>
                  <a:tcPr marL="45191" marR="45191" marT="22595" marB="22595" anchor="ctr"/>
                </a:tc>
                <a:extLst>
                  <a:ext uri="{0D108BD9-81ED-4DB2-BD59-A6C34878D82A}">
                    <a16:rowId xmlns:a16="http://schemas.microsoft.com/office/drawing/2014/main" val="1985486444"/>
                  </a:ext>
                </a:extLst>
              </a:tr>
              <a:tr h="207737">
                <a:tc>
                  <a:txBody>
                    <a:bodyPr/>
                    <a:lstStyle/>
                    <a:p>
                      <a:pPr algn="ctr"/>
                      <a:r>
                        <a:rPr lang="en-US" sz="1000">
                          <a:effectLst/>
                          <a:latin typeface="Calibri Light"/>
                        </a:rPr>
                        <a:t>17</a:t>
                      </a:r>
                      <a:endParaRPr lang="en-US" sz="1000">
                        <a:latin typeface="Calibri Light"/>
                      </a:endParaRPr>
                    </a:p>
                  </a:txBody>
                  <a:tcPr marL="45191" marR="45191" marT="22595" marB="22595" anchor="ctr"/>
                </a:tc>
                <a:tc>
                  <a:txBody>
                    <a:bodyPr/>
                    <a:lstStyle/>
                    <a:p>
                      <a:pPr algn="ctr"/>
                      <a:r>
                        <a:rPr lang="en-US" sz="1000">
                          <a:effectLst/>
                          <a:latin typeface="Calibri Light"/>
                        </a:rPr>
                        <a:t>LeBron James</a:t>
                      </a:r>
                      <a:endParaRPr lang="en-US" sz="1000">
                        <a:latin typeface="Calibri Light"/>
                      </a:endParaRPr>
                    </a:p>
                  </a:txBody>
                  <a:tcPr marL="45191" marR="45191" marT="22595" marB="22595" anchor="ctr"/>
                </a:tc>
                <a:tc>
                  <a:txBody>
                    <a:bodyPr/>
                    <a:lstStyle/>
                    <a:p>
                      <a:pPr algn="ctr"/>
                      <a:r>
                        <a:rPr lang="en-US" sz="1000">
                          <a:effectLst/>
                          <a:latin typeface="Calibri Light"/>
                        </a:rPr>
                        <a:t>LAL</a:t>
                      </a:r>
                      <a:endParaRPr lang="en-US" sz="1000">
                        <a:latin typeface="Calibri Light"/>
                      </a:endParaRPr>
                    </a:p>
                  </a:txBody>
                  <a:tcPr marL="45191" marR="45191" marT="22595" marB="22595" anchor="ctr"/>
                </a:tc>
                <a:extLst>
                  <a:ext uri="{0D108BD9-81ED-4DB2-BD59-A6C34878D82A}">
                    <a16:rowId xmlns:a16="http://schemas.microsoft.com/office/drawing/2014/main" val="1472314933"/>
                  </a:ext>
                </a:extLst>
              </a:tr>
              <a:tr h="207737">
                <a:tc>
                  <a:txBody>
                    <a:bodyPr/>
                    <a:lstStyle/>
                    <a:p>
                      <a:pPr algn="ctr"/>
                      <a:r>
                        <a:rPr lang="en-US" sz="1000">
                          <a:effectLst/>
                          <a:latin typeface="Calibri Light"/>
                        </a:rPr>
                        <a:t>18</a:t>
                      </a:r>
                      <a:endParaRPr lang="en-US" sz="1000">
                        <a:latin typeface="Calibri Light"/>
                      </a:endParaRPr>
                    </a:p>
                  </a:txBody>
                  <a:tcPr marL="45191" marR="45191" marT="22595" marB="22595" anchor="ctr"/>
                </a:tc>
                <a:tc>
                  <a:txBody>
                    <a:bodyPr/>
                    <a:lstStyle/>
                    <a:p>
                      <a:pPr algn="ctr"/>
                      <a:r>
                        <a:rPr lang="en-US" sz="1000">
                          <a:effectLst/>
                          <a:latin typeface="Calibri Light"/>
                        </a:rPr>
                        <a:t>Anthony Davis</a:t>
                      </a:r>
                      <a:endParaRPr lang="en-US" sz="1000">
                        <a:latin typeface="Calibri Light"/>
                      </a:endParaRPr>
                    </a:p>
                  </a:txBody>
                  <a:tcPr marL="45191" marR="45191" marT="22595" marB="22595" anchor="ctr"/>
                </a:tc>
                <a:tc>
                  <a:txBody>
                    <a:bodyPr/>
                    <a:lstStyle/>
                    <a:p>
                      <a:pPr algn="ctr"/>
                      <a:r>
                        <a:rPr lang="en-US" sz="1000">
                          <a:effectLst/>
                          <a:latin typeface="Calibri Light"/>
                        </a:rPr>
                        <a:t>LAL</a:t>
                      </a:r>
                      <a:endParaRPr lang="en-US" sz="1000">
                        <a:latin typeface="Calibri Light"/>
                      </a:endParaRPr>
                    </a:p>
                  </a:txBody>
                  <a:tcPr marL="45191" marR="45191" marT="22595" marB="22595" anchor="ctr"/>
                </a:tc>
                <a:extLst>
                  <a:ext uri="{0D108BD9-81ED-4DB2-BD59-A6C34878D82A}">
                    <a16:rowId xmlns:a16="http://schemas.microsoft.com/office/drawing/2014/main" val="3376265609"/>
                  </a:ext>
                </a:extLst>
              </a:tr>
              <a:tr h="207737">
                <a:tc>
                  <a:txBody>
                    <a:bodyPr/>
                    <a:lstStyle/>
                    <a:p>
                      <a:pPr algn="ctr"/>
                      <a:r>
                        <a:rPr lang="en-US" sz="1000">
                          <a:effectLst/>
                          <a:latin typeface="Calibri Light"/>
                        </a:rPr>
                        <a:t>19</a:t>
                      </a:r>
                      <a:endParaRPr lang="en-US" sz="1000">
                        <a:latin typeface="Calibri Light"/>
                      </a:endParaRPr>
                    </a:p>
                  </a:txBody>
                  <a:tcPr marL="45191" marR="45191" marT="22595" marB="22595" anchor="ctr"/>
                </a:tc>
                <a:tc>
                  <a:txBody>
                    <a:bodyPr/>
                    <a:lstStyle/>
                    <a:p>
                      <a:pPr algn="ctr"/>
                      <a:r>
                        <a:rPr lang="en-US" sz="1000">
                          <a:effectLst/>
                          <a:latin typeface="Calibri Light"/>
                        </a:rPr>
                        <a:t>Ja Morant</a:t>
                      </a:r>
                      <a:endParaRPr lang="en-US" sz="1000">
                        <a:latin typeface="Calibri Light"/>
                      </a:endParaRPr>
                    </a:p>
                  </a:txBody>
                  <a:tcPr marL="45191" marR="45191" marT="22595" marB="22595" anchor="ctr"/>
                </a:tc>
                <a:tc>
                  <a:txBody>
                    <a:bodyPr/>
                    <a:lstStyle/>
                    <a:p>
                      <a:pPr algn="ctr"/>
                      <a:r>
                        <a:rPr lang="en-US" sz="1000">
                          <a:effectLst/>
                          <a:latin typeface="Calibri Light"/>
                        </a:rPr>
                        <a:t>MEM</a:t>
                      </a:r>
                      <a:endParaRPr lang="en-US" sz="1000">
                        <a:latin typeface="Calibri Light"/>
                      </a:endParaRPr>
                    </a:p>
                  </a:txBody>
                  <a:tcPr marL="45191" marR="45191" marT="22595" marB="22595" anchor="ctr"/>
                </a:tc>
                <a:extLst>
                  <a:ext uri="{0D108BD9-81ED-4DB2-BD59-A6C34878D82A}">
                    <a16:rowId xmlns:a16="http://schemas.microsoft.com/office/drawing/2014/main" val="3652938619"/>
                  </a:ext>
                </a:extLst>
              </a:tr>
              <a:tr h="207737">
                <a:tc>
                  <a:txBody>
                    <a:bodyPr/>
                    <a:lstStyle/>
                    <a:p>
                      <a:pPr algn="ctr"/>
                      <a:r>
                        <a:rPr lang="en-US" sz="1000">
                          <a:effectLst/>
                          <a:latin typeface="Calibri Light"/>
                        </a:rPr>
                        <a:t>20</a:t>
                      </a:r>
                      <a:endParaRPr lang="en-US" sz="1000">
                        <a:latin typeface="Calibri Light"/>
                      </a:endParaRPr>
                    </a:p>
                  </a:txBody>
                  <a:tcPr marL="45191" marR="45191" marT="22595" marB="22595" anchor="ctr"/>
                </a:tc>
                <a:tc>
                  <a:txBody>
                    <a:bodyPr/>
                    <a:lstStyle/>
                    <a:p>
                      <a:pPr algn="ctr"/>
                      <a:r>
                        <a:rPr lang="en-US" sz="1000">
                          <a:effectLst/>
                          <a:latin typeface="Calibri Light"/>
                        </a:rPr>
                        <a:t>Desmond Bane</a:t>
                      </a:r>
                      <a:endParaRPr lang="en-US" sz="1000">
                        <a:latin typeface="Calibri Light"/>
                      </a:endParaRPr>
                    </a:p>
                  </a:txBody>
                  <a:tcPr marL="45191" marR="45191" marT="22595" marB="22595" anchor="ctr"/>
                </a:tc>
                <a:tc>
                  <a:txBody>
                    <a:bodyPr/>
                    <a:lstStyle/>
                    <a:p>
                      <a:pPr algn="ctr"/>
                      <a:r>
                        <a:rPr lang="en-US" sz="1000">
                          <a:effectLst/>
                          <a:latin typeface="Calibri Light"/>
                        </a:rPr>
                        <a:t>MEM</a:t>
                      </a:r>
                      <a:endParaRPr lang="en-US" sz="1000">
                        <a:latin typeface="Calibri Light"/>
                      </a:endParaRPr>
                    </a:p>
                  </a:txBody>
                  <a:tcPr marL="45191" marR="45191" marT="22595" marB="22595" anchor="ctr"/>
                </a:tc>
                <a:extLst>
                  <a:ext uri="{0D108BD9-81ED-4DB2-BD59-A6C34878D82A}">
                    <a16:rowId xmlns:a16="http://schemas.microsoft.com/office/drawing/2014/main" val="2704048853"/>
                  </a:ext>
                </a:extLst>
              </a:tr>
              <a:tr h="207737">
                <a:tc>
                  <a:txBody>
                    <a:bodyPr/>
                    <a:lstStyle/>
                    <a:p>
                      <a:pPr algn="ctr"/>
                      <a:r>
                        <a:rPr lang="en-US" sz="1000">
                          <a:effectLst/>
                          <a:latin typeface="Calibri Light"/>
                        </a:rPr>
                        <a:t>21</a:t>
                      </a:r>
                      <a:endParaRPr lang="en-US" sz="1000">
                        <a:latin typeface="Calibri Light"/>
                      </a:endParaRPr>
                    </a:p>
                  </a:txBody>
                  <a:tcPr marL="45191" marR="45191" marT="22595" marB="22595" anchor="ctr"/>
                </a:tc>
                <a:tc>
                  <a:txBody>
                    <a:bodyPr/>
                    <a:lstStyle/>
                    <a:p>
                      <a:pPr algn="ctr"/>
                      <a:r>
                        <a:rPr lang="en-US" sz="1000">
                          <a:effectLst/>
                          <a:latin typeface="Calibri Light"/>
                        </a:rPr>
                        <a:t>Damian Lillard</a:t>
                      </a:r>
                      <a:endParaRPr lang="en-US" sz="1000">
                        <a:latin typeface="Calibri Light"/>
                      </a:endParaRPr>
                    </a:p>
                  </a:txBody>
                  <a:tcPr marL="45191" marR="45191" marT="22595" marB="22595" anchor="ctr"/>
                </a:tc>
                <a:tc>
                  <a:txBody>
                    <a:bodyPr/>
                    <a:lstStyle/>
                    <a:p>
                      <a:pPr algn="ctr"/>
                      <a:r>
                        <a:rPr lang="en-US" sz="1000">
                          <a:effectLst/>
                          <a:latin typeface="Calibri Light"/>
                        </a:rPr>
                        <a:t>MIL</a:t>
                      </a:r>
                      <a:endParaRPr lang="en-US" sz="1000">
                        <a:latin typeface="Calibri Light"/>
                      </a:endParaRPr>
                    </a:p>
                  </a:txBody>
                  <a:tcPr marL="45191" marR="45191" marT="22595" marB="22595" anchor="ctr"/>
                </a:tc>
                <a:extLst>
                  <a:ext uri="{0D108BD9-81ED-4DB2-BD59-A6C34878D82A}">
                    <a16:rowId xmlns:a16="http://schemas.microsoft.com/office/drawing/2014/main" val="1435409932"/>
                  </a:ext>
                </a:extLst>
              </a:tr>
              <a:tr h="207737">
                <a:tc>
                  <a:txBody>
                    <a:bodyPr/>
                    <a:lstStyle/>
                    <a:p>
                      <a:pPr algn="ctr"/>
                      <a:r>
                        <a:rPr lang="en-US" sz="1000">
                          <a:effectLst/>
                          <a:latin typeface="Calibri Light"/>
                        </a:rPr>
                        <a:t>22</a:t>
                      </a:r>
                      <a:endParaRPr lang="en-US" sz="1000">
                        <a:latin typeface="Calibri Light"/>
                      </a:endParaRPr>
                    </a:p>
                  </a:txBody>
                  <a:tcPr marL="45191" marR="45191" marT="22595" marB="22595" anchor="ctr"/>
                </a:tc>
                <a:tc>
                  <a:txBody>
                    <a:bodyPr/>
                    <a:lstStyle/>
                    <a:p>
                      <a:pPr algn="ctr"/>
                      <a:r>
                        <a:rPr lang="en-US" sz="1000">
                          <a:effectLst/>
                          <a:latin typeface="Calibri Light"/>
                        </a:rPr>
                        <a:t>Kawhi Leonard</a:t>
                      </a:r>
                      <a:endParaRPr lang="en-US" sz="1000">
                        <a:latin typeface="Calibri Light"/>
                      </a:endParaRPr>
                    </a:p>
                  </a:txBody>
                  <a:tcPr marL="45191" marR="45191" marT="22595" marB="22595" anchor="ctr"/>
                </a:tc>
                <a:tc>
                  <a:txBody>
                    <a:bodyPr/>
                    <a:lstStyle/>
                    <a:p>
                      <a:pPr algn="ctr"/>
                      <a:r>
                        <a:rPr lang="en-US" sz="1000">
                          <a:effectLst/>
                          <a:latin typeface="Calibri Light"/>
                        </a:rPr>
                        <a:t>LAC</a:t>
                      </a:r>
                      <a:endParaRPr lang="en-US" sz="1000">
                        <a:latin typeface="Calibri Light"/>
                      </a:endParaRPr>
                    </a:p>
                  </a:txBody>
                  <a:tcPr marL="45191" marR="45191" marT="22595" marB="22595" anchor="ctr"/>
                </a:tc>
                <a:extLst>
                  <a:ext uri="{0D108BD9-81ED-4DB2-BD59-A6C34878D82A}">
                    <a16:rowId xmlns:a16="http://schemas.microsoft.com/office/drawing/2014/main" val="2240189328"/>
                  </a:ext>
                </a:extLst>
              </a:tr>
              <a:tr h="207737">
                <a:tc>
                  <a:txBody>
                    <a:bodyPr/>
                    <a:lstStyle/>
                    <a:p>
                      <a:pPr algn="ctr"/>
                      <a:r>
                        <a:rPr lang="en-US" sz="1000">
                          <a:effectLst/>
                          <a:latin typeface="Calibri Light"/>
                        </a:rPr>
                        <a:t>23</a:t>
                      </a:r>
                      <a:endParaRPr lang="en-US" sz="1000">
                        <a:latin typeface="Calibri Light"/>
                      </a:endParaRPr>
                    </a:p>
                  </a:txBody>
                  <a:tcPr marL="45191" marR="45191" marT="22595" marB="22595" anchor="ctr"/>
                </a:tc>
                <a:tc>
                  <a:txBody>
                    <a:bodyPr/>
                    <a:lstStyle/>
                    <a:p>
                      <a:pPr algn="ctr"/>
                      <a:r>
                        <a:rPr lang="en-US" sz="1000">
                          <a:effectLst/>
                          <a:latin typeface="Calibri Light"/>
                        </a:rPr>
                        <a:t>Julius Randle</a:t>
                      </a:r>
                      <a:endParaRPr lang="en-US" sz="1000">
                        <a:latin typeface="Calibri Light"/>
                      </a:endParaRPr>
                    </a:p>
                  </a:txBody>
                  <a:tcPr marL="45191" marR="45191" marT="22595" marB="22595" anchor="ctr"/>
                </a:tc>
                <a:tc>
                  <a:txBody>
                    <a:bodyPr/>
                    <a:lstStyle/>
                    <a:p>
                      <a:pPr algn="ctr"/>
                      <a:r>
                        <a:rPr lang="en-US" sz="1000">
                          <a:effectLst/>
                          <a:latin typeface="Calibri Light"/>
                        </a:rPr>
                        <a:t>NYK</a:t>
                      </a:r>
                      <a:endParaRPr lang="en-US" sz="1000">
                        <a:latin typeface="Calibri Light"/>
                      </a:endParaRPr>
                    </a:p>
                  </a:txBody>
                  <a:tcPr marL="45191" marR="45191" marT="22595" marB="22595" anchor="ctr"/>
                </a:tc>
                <a:extLst>
                  <a:ext uri="{0D108BD9-81ED-4DB2-BD59-A6C34878D82A}">
                    <a16:rowId xmlns:a16="http://schemas.microsoft.com/office/drawing/2014/main" val="1968305123"/>
                  </a:ext>
                </a:extLst>
              </a:tr>
              <a:tr h="207737">
                <a:tc>
                  <a:txBody>
                    <a:bodyPr/>
                    <a:lstStyle/>
                    <a:p>
                      <a:pPr algn="ctr"/>
                      <a:r>
                        <a:rPr lang="en-US" sz="1000">
                          <a:effectLst/>
                          <a:latin typeface="Calibri Light"/>
                        </a:rPr>
                        <a:t>24</a:t>
                      </a:r>
                      <a:endParaRPr lang="en-US" sz="1000">
                        <a:latin typeface="Calibri Light"/>
                      </a:endParaRPr>
                    </a:p>
                  </a:txBody>
                  <a:tcPr marL="45191" marR="45191" marT="22595" marB="22595" anchor="ctr"/>
                </a:tc>
                <a:tc>
                  <a:txBody>
                    <a:bodyPr/>
                    <a:lstStyle/>
                    <a:p>
                      <a:pPr algn="ctr"/>
                      <a:r>
                        <a:rPr lang="en-US" sz="1000">
                          <a:effectLst/>
                          <a:latin typeface="Calibri Light"/>
                        </a:rPr>
                        <a:t>LaMelo Ball</a:t>
                      </a:r>
                      <a:endParaRPr lang="en-US" sz="1000">
                        <a:latin typeface="Calibri Light"/>
                      </a:endParaRPr>
                    </a:p>
                  </a:txBody>
                  <a:tcPr marL="45191" marR="45191" marT="22595" marB="22595" anchor="ctr"/>
                </a:tc>
                <a:tc>
                  <a:txBody>
                    <a:bodyPr/>
                    <a:lstStyle/>
                    <a:p>
                      <a:pPr algn="ctr"/>
                      <a:r>
                        <a:rPr lang="en-US" sz="1000">
                          <a:effectLst/>
                          <a:latin typeface="Calibri Light"/>
                        </a:rPr>
                        <a:t>CHO</a:t>
                      </a:r>
                      <a:endParaRPr lang="en-US" sz="1000">
                        <a:latin typeface="Calibri Light"/>
                      </a:endParaRPr>
                    </a:p>
                  </a:txBody>
                  <a:tcPr marL="45191" marR="45191" marT="22595" marB="22595" anchor="ctr"/>
                </a:tc>
                <a:extLst>
                  <a:ext uri="{0D108BD9-81ED-4DB2-BD59-A6C34878D82A}">
                    <a16:rowId xmlns:a16="http://schemas.microsoft.com/office/drawing/2014/main" val="2566409258"/>
                  </a:ext>
                </a:extLst>
              </a:tr>
              <a:tr h="207737">
                <a:tc>
                  <a:txBody>
                    <a:bodyPr/>
                    <a:lstStyle/>
                    <a:p>
                      <a:pPr algn="ctr"/>
                      <a:r>
                        <a:rPr lang="en-US" sz="1000">
                          <a:effectLst/>
                          <a:latin typeface="Calibri Light"/>
                        </a:rPr>
                        <a:t>25</a:t>
                      </a:r>
                      <a:endParaRPr lang="en-US" sz="1000">
                        <a:latin typeface="Calibri Light"/>
                      </a:endParaRPr>
                    </a:p>
                  </a:txBody>
                  <a:tcPr marL="45191" marR="45191" marT="22595" marB="22595" anchor="ctr"/>
                </a:tc>
                <a:tc>
                  <a:txBody>
                    <a:bodyPr/>
                    <a:lstStyle/>
                    <a:p>
                      <a:pPr algn="ctr"/>
                      <a:r>
                        <a:rPr lang="en-US" sz="1000">
                          <a:effectLst/>
                          <a:latin typeface="Calibri Light"/>
                        </a:rPr>
                        <a:t>Lauri Markkanen</a:t>
                      </a:r>
                      <a:endParaRPr lang="en-US" sz="1000">
                        <a:latin typeface="Calibri Light"/>
                      </a:endParaRPr>
                    </a:p>
                  </a:txBody>
                  <a:tcPr marL="45191" marR="45191" marT="22595" marB="22595" anchor="ctr"/>
                </a:tc>
                <a:tc>
                  <a:txBody>
                    <a:bodyPr/>
                    <a:lstStyle/>
                    <a:p>
                      <a:pPr algn="ctr"/>
                      <a:r>
                        <a:rPr lang="en-US" sz="1000">
                          <a:effectLst/>
                          <a:latin typeface="Calibri Light"/>
                        </a:rPr>
                        <a:t>UTA</a:t>
                      </a:r>
                      <a:endParaRPr lang="en-US" sz="1000">
                        <a:latin typeface="Calibri Light"/>
                      </a:endParaRPr>
                    </a:p>
                  </a:txBody>
                  <a:tcPr marL="45191" marR="45191" marT="22595" marB="22595" anchor="ctr"/>
                </a:tc>
                <a:extLst>
                  <a:ext uri="{0D108BD9-81ED-4DB2-BD59-A6C34878D82A}">
                    <a16:rowId xmlns:a16="http://schemas.microsoft.com/office/drawing/2014/main" val="1347516547"/>
                  </a:ext>
                </a:extLst>
              </a:tr>
              <a:tr h="207737">
                <a:tc>
                  <a:txBody>
                    <a:bodyPr/>
                    <a:lstStyle/>
                    <a:p>
                      <a:pPr algn="ctr"/>
                      <a:r>
                        <a:rPr lang="en-US" sz="1000">
                          <a:effectLst/>
                          <a:latin typeface="Calibri Light"/>
                        </a:rPr>
                        <a:t>26</a:t>
                      </a:r>
                      <a:endParaRPr lang="en-US" sz="1000">
                        <a:latin typeface="Calibri Light"/>
                      </a:endParaRPr>
                    </a:p>
                  </a:txBody>
                  <a:tcPr marL="45191" marR="45191" marT="22595" marB="22595" anchor="ctr"/>
                </a:tc>
                <a:tc>
                  <a:txBody>
                    <a:bodyPr/>
                    <a:lstStyle/>
                    <a:p>
                      <a:pPr algn="ctr"/>
                      <a:r>
                        <a:rPr lang="en-US" sz="1000">
                          <a:effectLst/>
                          <a:latin typeface="Calibri Light"/>
                        </a:rPr>
                        <a:t>Paolo Banchero</a:t>
                      </a:r>
                      <a:endParaRPr lang="en-US" sz="1000">
                        <a:latin typeface="Calibri Light"/>
                      </a:endParaRPr>
                    </a:p>
                  </a:txBody>
                  <a:tcPr marL="45191" marR="45191" marT="22595" marB="22595" anchor="ctr"/>
                </a:tc>
                <a:tc>
                  <a:txBody>
                    <a:bodyPr/>
                    <a:lstStyle/>
                    <a:p>
                      <a:pPr algn="ctr"/>
                      <a:r>
                        <a:rPr lang="en-US" sz="1000">
                          <a:effectLst/>
                          <a:latin typeface="Calibri Light"/>
                        </a:rPr>
                        <a:t>ORL</a:t>
                      </a:r>
                      <a:endParaRPr lang="en-US" sz="1000">
                        <a:latin typeface="Calibri Light"/>
                      </a:endParaRPr>
                    </a:p>
                  </a:txBody>
                  <a:tcPr marL="45191" marR="45191" marT="22595" marB="22595" anchor="ctr"/>
                </a:tc>
                <a:extLst>
                  <a:ext uri="{0D108BD9-81ED-4DB2-BD59-A6C34878D82A}">
                    <a16:rowId xmlns:a16="http://schemas.microsoft.com/office/drawing/2014/main" val="713346065"/>
                  </a:ext>
                </a:extLst>
              </a:tr>
              <a:tr h="207737">
                <a:tc>
                  <a:txBody>
                    <a:bodyPr/>
                    <a:lstStyle/>
                    <a:p>
                      <a:pPr algn="ctr"/>
                      <a:r>
                        <a:rPr lang="en-US" sz="1000">
                          <a:effectLst/>
                          <a:latin typeface="Calibri Light"/>
                        </a:rPr>
                        <a:t>27</a:t>
                      </a:r>
                      <a:endParaRPr lang="en-US" sz="1000">
                        <a:latin typeface="Calibri Light"/>
                      </a:endParaRPr>
                    </a:p>
                  </a:txBody>
                  <a:tcPr marL="45191" marR="45191" marT="22595" marB="22595" anchor="ctr"/>
                </a:tc>
                <a:tc>
                  <a:txBody>
                    <a:bodyPr/>
                    <a:lstStyle/>
                    <a:p>
                      <a:pPr algn="ctr"/>
                      <a:r>
                        <a:rPr lang="en-US" sz="1000">
                          <a:effectLst/>
                          <a:latin typeface="Calibri Light"/>
                        </a:rPr>
                        <a:t>DeMar DeRozan</a:t>
                      </a:r>
                      <a:endParaRPr lang="en-US" sz="1000">
                        <a:latin typeface="Calibri Light"/>
                      </a:endParaRPr>
                    </a:p>
                  </a:txBody>
                  <a:tcPr marL="45191" marR="45191" marT="22595" marB="22595" anchor="ctr"/>
                </a:tc>
                <a:tc>
                  <a:txBody>
                    <a:bodyPr/>
                    <a:lstStyle/>
                    <a:p>
                      <a:pPr algn="ctr"/>
                      <a:r>
                        <a:rPr lang="en-US" sz="1000">
                          <a:effectLst/>
                          <a:latin typeface="Calibri Light"/>
                        </a:rPr>
                        <a:t>CHI</a:t>
                      </a:r>
                      <a:endParaRPr lang="en-US" sz="1000">
                        <a:latin typeface="Calibri Light"/>
                      </a:endParaRPr>
                    </a:p>
                  </a:txBody>
                  <a:tcPr marL="45191" marR="45191" marT="22595" marB="22595" anchor="ctr"/>
                </a:tc>
                <a:extLst>
                  <a:ext uri="{0D108BD9-81ED-4DB2-BD59-A6C34878D82A}">
                    <a16:rowId xmlns:a16="http://schemas.microsoft.com/office/drawing/2014/main" val="3202410340"/>
                  </a:ext>
                </a:extLst>
              </a:tr>
              <a:tr h="207737">
                <a:tc>
                  <a:txBody>
                    <a:bodyPr/>
                    <a:lstStyle/>
                    <a:p>
                      <a:pPr algn="ctr"/>
                      <a:r>
                        <a:rPr lang="en-US" sz="1000">
                          <a:effectLst/>
                          <a:latin typeface="Calibri Light"/>
                        </a:rPr>
                        <a:t>28</a:t>
                      </a:r>
                      <a:endParaRPr lang="en-US" sz="1000">
                        <a:latin typeface="Calibri Light"/>
                      </a:endParaRPr>
                    </a:p>
                  </a:txBody>
                  <a:tcPr marL="45191" marR="45191" marT="22595" marB="22595" anchor="ctr"/>
                </a:tc>
                <a:tc>
                  <a:txBody>
                    <a:bodyPr/>
                    <a:lstStyle/>
                    <a:p>
                      <a:pPr algn="ctr"/>
                      <a:r>
                        <a:rPr lang="en-US" sz="1000">
                          <a:effectLst/>
                          <a:latin typeface="Calibri Light"/>
                        </a:rPr>
                        <a:t>Jaren Jackson Jr.</a:t>
                      </a:r>
                      <a:endParaRPr lang="en-US" sz="1000">
                        <a:latin typeface="Calibri Light"/>
                      </a:endParaRPr>
                    </a:p>
                  </a:txBody>
                  <a:tcPr marL="45191" marR="45191" marT="22595" marB="22595" anchor="ctr"/>
                </a:tc>
                <a:tc>
                  <a:txBody>
                    <a:bodyPr/>
                    <a:lstStyle/>
                    <a:p>
                      <a:pPr algn="ctr"/>
                      <a:r>
                        <a:rPr lang="en-US" sz="1000">
                          <a:effectLst/>
                          <a:latin typeface="Calibri Light"/>
                        </a:rPr>
                        <a:t>MEM</a:t>
                      </a:r>
                      <a:endParaRPr lang="en-US" sz="1000">
                        <a:latin typeface="Calibri Light"/>
                      </a:endParaRPr>
                    </a:p>
                  </a:txBody>
                  <a:tcPr marL="45191" marR="45191" marT="22595" marB="22595" anchor="ctr"/>
                </a:tc>
                <a:extLst>
                  <a:ext uri="{0D108BD9-81ED-4DB2-BD59-A6C34878D82A}">
                    <a16:rowId xmlns:a16="http://schemas.microsoft.com/office/drawing/2014/main" val="1142116170"/>
                  </a:ext>
                </a:extLst>
              </a:tr>
              <a:tr h="207737">
                <a:tc>
                  <a:txBody>
                    <a:bodyPr/>
                    <a:lstStyle/>
                    <a:p>
                      <a:pPr algn="ctr"/>
                      <a:r>
                        <a:rPr lang="en-US" sz="1000">
                          <a:effectLst/>
                          <a:latin typeface="Calibri Light"/>
                        </a:rPr>
                        <a:t>29</a:t>
                      </a:r>
                      <a:endParaRPr lang="en-US" sz="1000">
                        <a:latin typeface="Calibri Light"/>
                      </a:endParaRPr>
                    </a:p>
                  </a:txBody>
                  <a:tcPr marL="45191" marR="45191" marT="22595" marB="22595" anchor="ctr"/>
                </a:tc>
                <a:tc>
                  <a:txBody>
                    <a:bodyPr/>
                    <a:lstStyle/>
                    <a:p>
                      <a:pPr algn="ctr"/>
                      <a:r>
                        <a:rPr lang="en-US" sz="1000">
                          <a:effectLst/>
                          <a:latin typeface="Calibri Light"/>
                        </a:rPr>
                        <a:t>Cade Cunningham</a:t>
                      </a:r>
                      <a:endParaRPr lang="en-US" sz="1000">
                        <a:latin typeface="Calibri Light"/>
                      </a:endParaRPr>
                    </a:p>
                  </a:txBody>
                  <a:tcPr marL="45191" marR="45191" marT="22595" marB="22595" anchor="ctr"/>
                </a:tc>
                <a:tc>
                  <a:txBody>
                    <a:bodyPr/>
                    <a:lstStyle/>
                    <a:p>
                      <a:pPr algn="ctr"/>
                      <a:r>
                        <a:rPr lang="en-US" sz="1000">
                          <a:effectLst/>
                          <a:latin typeface="Calibri Light"/>
                        </a:rPr>
                        <a:t>DET</a:t>
                      </a:r>
                      <a:endParaRPr lang="en-US" sz="1000">
                        <a:latin typeface="Calibri Light"/>
                      </a:endParaRPr>
                    </a:p>
                  </a:txBody>
                  <a:tcPr marL="45191" marR="45191" marT="22595" marB="22595" anchor="ctr"/>
                </a:tc>
                <a:extLst>
                  <a:ext uri="{0D108BD9-81ED-4DB2-BD59-A6C34878D82A}">
                    <a16:rowId xmlns:a16="http://schemas.microsoft.com/office/drawing/2014/main" val="3221730305"/>
                  </a:ext>
                </a:extLst>
              </a:tr>
              <a:tr h="207737">
                <a:tc>
                  <a:txBody>
                    <a:bodyPr/>
                    <a:lstStyle/>
                    <a:p>
                      <a:pPr algn="ctr"/>
                      <a:r>
                        <a:rPr lang="en-US" sz="1000">
                          <a:effectLst/>
                          <a:latin typeface="Calibri Light"/>
                        </a:rPr>
                        <a:t>30</a:t>
                      </a:r>
                      <a:endParaRPr lang="en-US" sz="1000">
                        <a:latin typeface="Calibri Light"/>
                      </a:endParaRPr>
                    </a:p>
                  </a:txBody>
                  <a:tcPr marL="45191" marR="45191" marT="22595" marB="22595" anchor="ctr"/>
                </a:tc>
                <a:tc>
                  <a:txBody>
                    <a:bodyPr/>
                    <a:lstStyle/>
                    <a:p>
                      <a:pPr algn="ctr"/>
                      <a:r>
                        <a:rPr lang="en-US" sz="1000">
                          <a:effectLst/>
                          <a:latin typeface="Calibri Light"/>
                        </a:rPr>
                        <a:t>Karl-Anthony Towns</a:t>
                      </a:r>
                    </a:p>
                  </a:txBody>
                  <a:tcPr marL="45191" marR="45191" marT="22595" marB="22595" anchor="ctr"/>
                </a:tc>
                <a:tc>
                  <a:txBody>
                    <a:bodyPr/>
                    <a:lstStyle/>
                    <a:p>
                      <a:pPr algn="ctr"/>
                      <a:r>
                        <a:rPr lang="en-US" sz="1000">
                          <a:effectLst/>
                          <a:latin typeface="Calibri Light"/>
                        </a:rPr>
                        <a:t>MIN</a:t>
                      </a:r>
                      <a:endParaRPr lang="en-US" sz="1000">
                        <a:latin typeface="Calibri Light"/>
                      </a:endParaRPr>
                    </a:p>
                  </a:txBody>
                  <a:tcPr marL="45191" marR="45191" marT="22595" marB="22595" anchor="ctr"/>
                </a:tc>
                <a:extLst>
                  <a:ext uri="{0D108BD9-81ED-4DB2-BD59-A6C34878D82A}">
                    <a16:rowId xmlns:a16="http://schemas.microsoft.com/office/drawing/2014/main" val="3738652108"/>
                  </a:ext>
                </a:extLst>
              </a:tr>
            </a:tbl>
          </a:graphicData>
        </a:graphic>
      </p:graphicFrame>
    </p:spTree>
    <p:extLst>
      <p:ext uri="{BB962C8B-B14F-4D97-AF65-F5344CB8AC3E}">
        <p14:creationId xmlns:p14="http://schemas.microsoft.com/office/powerpoint/2010/main" val="534255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6D5301-171A-E42C-BB1D-4E820D3609A6}"/>
              </a:ext>
            </a:extLst>
          </p:cNvPr>
          <p:cNvSpPr>
            <a:spLocks noGrp="1"/>
          </p:cNvSpPr>
          <p:nvPr>
            <p:ph type="title"/>
          </p:nvPr>
        </p:nvSpPr>
        <p:spPr>
          <a:xfrm>
            <a:off x="660042" y="891652"/>
            <a:ext cx="4412021" cy="3030724"/>
          </a:xfrm>
        </p:spPr>
        <p:txBody>
          <a:bodyPr vert="horz" lIns="91440" tIns="45720" rIns="91440" bIns="45720" rtlCol="0" anchor="ctr">
            <a:normAutofit/>
          </a:bodyPr>
          <a:lstStyle/>
          <a:p>
            <a:pPr algn="ctr"/>
            <a:r>
              <a:rPr lang="en-US" sz="4000" b="1" kern="1200">
                <a:solidFill>
                  <a:srgbClr val="FFFFFF"/>
                </a:solidFill>
                <a:latin typeface="+mj-lt"/>
                <a:ea typeface="+mj-ea"/>
                <a:cs typeface="+mj-cs"/>
              </a:rPr>
              <a:t>Stats Table</a:t>
            </a:r>
            <a:r>
              <a:rPr lang="en-US" sz="4000" b="1">
                <a:solidFill>
                  <a:srgbClr val="FFFFFF"/>
                </a:solidFill>
              </a:rPr>
              <a:t>, </a:t>
            </a:r>
            <a:r>
              <a:rPr lang="en-US" sz="4000" b="1" kern="1200">
                <a:solidFill>
                  <a:srgbClr val="FFFFFF"/>
                </a:solidFill>
                <a:latin typeface="+mj-lt"/>
                <a:ea typeface="+mj-ea"/>
                <a:cs typeface="+mj-cs"/>
              </a:rPr>
              <a:t>Attributes with Keys</a:t>
            </a:r>
            <a:endParaRPr lang="en-US" sz="4000" kern="1200">
              <a:solidFill>
                <a:srgbClr val="FFFFFF"/>
              </a:solidFill>
              <a:latin typeface="+mj-lt"/>
              <a:ea typeface="Calibri Light" panose="020F0302020204030204"/>
              <a:cs typeface="Calibri Light" panose="020F0302020204030204"/>
            </a:endParaRPr>
          </a:p>
        </p:txBody>
      </p:sp>
      <p:graphicFrame>
        <p:nvGraphicFramePr>
          <p:cNvPr id="21" name="Content Placeholder 20">
            <a:extLst>
              <a:ext uri="{FF2B5EF4-FFF2-40B4-BE49-F238E27FC236}">
                <a16:creationId xmlns:a16="http://schemas.microsoft.com/office/drawing/2014/main" id="{5E4911C8-F6C4-8A88-A6C4-51C6FF634C30}"/>
              </a:ext>
            </a:extLst>
          </p:cNvPr>
          <p:cNvGraphicFramePr>
            <a:graphicFrameLocks noGrp="1"/>
          </p:cNvGraphicFramePr>
          <p:nvPr>
            <p:ph idx="1"/>
            <p:extLst>
              <p:ext uri="{D42A27DB-BD31-4B8C-83A1-F6EECF244321}">
                <p14:modId xmlns:p14="http://schemas.microsoft.com/office/powerpoint/2010/main" val="3055116335"/>
              </p:ext>
            </p:extLst>
          </p:nvPr>
        </p:nvGraphicFramePr>
        <p:xfrm>
          <a:off x="5735443" y="80732"/>
          <a:ext cx="6372063" cy="6706650"/>
        </p:xfrm>
        <a:graphic>
          <a:graphicData uri="http://schemas.openxmlformats.org/drawingml/2006/table">
            <a:tbl>
              <a:tblPr firstRow="1" bandRow="1">
                <a:tableStyleId>{3B4B98B0-60AC-42C2-AFA5-B58CD77FA1E5}</a:tableStyleId>
              </a:tblPr>
              <a:tblGrid>
                <a:gridCol w="965442">
                  <a:extLst>
                    <a:ext uri="{9D8B030D-6E8A-4147-A177-3AD203B41FA5}">
                      <a16:colId xmlns:a16="http://schemas.microsoft.com/office/drawing/2014/main" val="3006061790"/>
                    </a:ext>
                  </a:extLst>
                </a:gridCol>
                <a:gridCol w="900331">
                  <a:extLst>
                    <a:ext uri="{9D8B030D-6E8A-4147-A177-3AD203B41FA5}">
                      <a16:colId xmlns:a16="http://schemas.microsoft.com/office/drawing/2014/main" val="1124379907"/>
                    </a:ext>
                  </a:extLst>
                </a:gridCol>
                <a:gridCol w="748590">
                  <a:extLst>
                    <a:ext uri="{9D8B030D-6E8A-4147-A177-3AD203B41FA5}">
                      <a16:colId xmlns:a16="http://schemas.microsoft.com/office/drawing/2014/main" val="3803206904"/>
                    </a:ext>
                  </a:extLst>
                </a:gridCol>
                <a:gridCol w="849750">
                  <a:extLst>
                    <a:ext uri="{9D8B030D-6E8A-4147-A177-3AD203B41FA5}">
                      <a16:colId xmlns:a16="http://schemas.microsoft.com/office/drawing/2014/main" val="2278996090"/>
                    </a:ext>
                  </a:extLst>
                </a:gridCol>
                <a:gridCol w="566500">
                  <a:extLst>
                    <a:ext uri="{9D8B030D-6E8A-4147-A177-3AD203B41FA5}">
                      <a16:colId xmlns:a16="http://schemas.microsoft.com/office/drawing/2014/main" val="231551382"/>
                    </a:ext>
                  </a:extLst>
                </a:gridCol>
                <a:gridCol w="867744">
                  <a:extLst>
                    <a:ext uri="{9D8B030D-6E8A-4147-A177-3AD203B41FA5}">
                      <a16:colId xmlns:a16="http://schemas.microsoft.com/office/drawing/2014/main" val="2873178774"/>
                    </a:ext>
                  </a:extLst>
                </a:gridCol>
                <a:gridCol w="849751">
                  <a:extLst>
                    <a:ext uri="{9D8B030D-6E8A-4147-A177-3AD203B41FA5}">
                      <a16:colId xmlns:a16="http://schemas.microsoft.com/office/drawing/2014/main" val="1617971465"/>
                    </a:ext>
                  </a:extLst>
                </a:gridCol>
                <a:gridCol w="623955">
                  <a:extLst>
                    <a:ext uri="{9D8B030D-6E8A-4147-A177-3AD203B41FA5}">
                      <a16:colId xmlns:a16="http://schemas.microsoft.com/office/drawing/2014/main" val="3158524422"/>
                    </a:ext>
                  </a:extLst>
                </a:gridCol>
              </a:tblGrid>
              <a:tr h="287174">
                <a:tc>
                  <a:txBody>
                    <a:bodyPr/>
                    <a:lstStyle/>
                    <a:p>
                      <a:pPr algn="ctr"/>
                      <a:r>
                        <a:rPr lang="en-US" sz="900" b="1" u="sng" err="1">
                          <a:effectLst/>
                          <a:latin typeface="Calibri Light"/>
                        </a:rPr>
                        <a:t>Player_Stats</a:t>
                      </a:r>
                      <a:r>
                        <a:rPr lang="en-US" sz="900" b="1" u="sng">
                          <a:effectLst/>
                          <a:latin typeface="Calibri Light"/>
                        </a:rPr>
                        <a:t>-ID</a:t>
                      </a:r>
                      <a:endParaRPr lang="en-US" sz="900" b="1" u="sng">
                        <a:latin typeface="Calibri Light"/>
                      </a:endParaRPr>
                    </a:p>
                  </a:txBody>
                  <a:tcPr marL="46729" marR="46729" marT="23365" marB="23365" anchor="ctr"/>
                </a:tc>
                <a:tc>
                  <a:txBody>
                    <a:bodyPr/>
                    <a:lstStyle/>
                    <a:p>
                      <a:pPr algn="ctr"/>
                      <a:r>
                        <a:rPr lang="en-US" sz="900" b="1" err="1">
                          <a:effectLst/>
                          <a:latin typeface="Calibri Light"/>
                        </a:rPr>
                        <a:t>Games_Played</a:t>
                      </a:r>
                      <a:endParaRPr lang="en-US" sz="900" b="1">
                        <a:latin typeface="Calibri Light"/>
                      </a:endParaRPr>
                    </a:p>
                  </a:txBody>
                  <a:tcPr marL="46729" marR="46729" marT="23365" marB="23365" anchor="ctr"/>
                </a:tc>
                <a:tc>
                  <a:txBody>
                    <a:bodyPr/>
                    <a:lstStyle/>
                    <a:p>
                      <a:pPr algn="ctr"/>
                      <a:r>
                        <a:rPr lang="en-US" sz="900" b="1" err="1">
                          <a:effectLst/>
                          <a:latin typeface="Calibri Light"/>
                        </a:rPr>
                        <a:t>FieldGoalPerGame</a:t>
                      </a:r>
                      <a:endParaRPr lang="en-US" sz="900" b="1">
                        <a:latin typeface="Calibri Light"/>
                      </a:endParaRPr>
                    </a:p>
                  </a:txBody>
                  <a:tcPr marL="46729" marR="46729" marT="23365" marB="23365" anchor="ctr"/>
                </a:tc>
                <a:tc>
                  <a:txBody>
                    <a:bodyPr/>
                    <a:lstStyle/>
                    <a:p>
                      <a:pPr algn="ctr"/>
                      <a:r>
                        <a:rPr lang="en-US" sz="900" b="1" err="1">
                          <a:effectLst/>
                          <a:latin typeface="Calibri Light"/>
                        </a:rPr>
                        <a:t>ThreePointsPerGame</a:t>
                      </a:r>
                      <a:endParaRPr lang="en-US" sz="900" b="1">
                        <a:latin typeface="Calibri Light"/>
                      </a:endParaRPr>
                    </a:p>
                  </a:txBody>
                  <a:tcPr marL="46729" marR="46729" marT="23365" marB="23365" anchor="ctr"/>
                </a:tc>
                <a:tc>
                  <a:txBody>
                    <a:bodyPr/>
                    <a:lstStyle/>
                    <a:p>
                      <a:pPr algn="ctr"/>
                      <a:r>
                        <a:rPr lang="en-US" sz="900" b="1" err="1">
                          <a:effectLst/>
                          <a:latin typeface="Calibri Light"/>
                        </a:rPr>
                        <a:t>StealsPerGame</a:t>
                      </a:r>
                      <a:endParaRPr lang="en-US" sz="900" b="1">
                        <a:latin typeface="Calibri Light"/>
                      </a:endParaRPr>
                    </a:p>
                  </a:txBody>
                  <a:tcPr marL="46729" marR="46729" marT="23365" marB="23365" anchor="ctr"/>
                </a:tc>
                <a:tc>
                  <a:txBody>
                    <a:bodyPr/>
                    <a:lstStyle/>
                    <a:p>
                      <a:pPr algn="ctr"/>
                      <a:r>
                        <a:rPr lang="en-US" sz="900" b="1" err="1">
                          <a:effectLst/>
                          <a:latin typeface="Calibri Light"/>
                        </a:rPr>
                        <a:t>BlocksPerGame</a:t>
                      </a:r>
                      <a:endParaRPr lang="en-US" sz="900" b="1">
                        <a:latin typeface="Calibri Light"/>
                      </a:endParaRPr>
                    </a:p>
                  </a:txBody>
                  <a:tcPr marL="46729" marR="46729" marT="23365" marB="23365" anchor="ctr"/>
                </a:tc>
                <a:tc>
                  <a:txBody>
                    <a:bodyPr/>
                    <a:lstStyle/>
                    <a:p>
                      <a:pPr algn="ctr"/>
                      <a:r>
                        <a:rPr lang="en-US" sz="900" b="1" err="1">
                          <a:effectLst/>
                          <a:latin typeface="Calibri Light"/>
                        </a:rPr>
                        <a:t>PointsPerGame</a:t>
                      </a:r>
                      <a:endParaRPr lang="en-US" sz="900" b="1">
                        <a:latin typeface="Calibri Light"/>
                      </a:endParaRPr>
                    </a:p>
                  </a:txBody>
                  <a:tcPr marL="46729" marR="46729" marT="23365" marB="23365" anchor="ctr"/>
                </a:tc>
                <a:tc>
                  <a:txBody>
                    <a:bodyPr/>
                    <a:lstStyle/>
                    <a:p>
                      <a:pPr algn="ctr"/>
                      <a:r>
                        <a:rPr lang="en-US" sz="900" b="1" u="sng">
                          <a:effectLst/>
                          <a:latin typeface="Calibri Light"/>
                        </a:rPr>
                        <a:t>Player-ID</a:t>
                      </a:r>
                      <a:endParaRPr lang="en-US" sz="900" b="1" u="sng">
                        <a:latin typeface="Calibri Light"/>
                      </a:endParaRPr>
                    </a:p>
                  </a:txBody>
                  <a:tcPr marL="46729" marR="46729" marT="23365" marB="23365" anchor="ctr"/>
                </a:tc>
                <a:extLst>
                  <a:ext uri="{0D108BD9-81ED-4DB2-BD59-A6C34878D82A}">
                    <a16:rowId xmlns:a16="http://schemas.microsoft.com/office/drawing/2014/main" val="1618047867"/>
                  </a:ext>
                </a:extLst>
              </a:tr>
              <a:tr h="205125">
                <a:tc>
                  <a:txBody>
                    <a:bodyPr/>
                    <a:lstStyle/>
                    <a:p>
                      <a:pPr algn="ctr"/>
                      <a:r>
                        <a:rPr lang="en-US" sz="900">
                          <a:effectLst/>
                        </a:rPr>
                        <a:t>Joel Embiid</a:t>
                      </a:r>
                      <a:endParaRPr lang="en-US" sz="900"/>
                    </a:p>
                  </a:txBody>
                  <a:tcPr marL="46729" marR="46729" marT="23365" marB="23365" anchor="ctr"/>
                </a:tc>
                <a:tc>
                  <a:txBody>
                    <a:bodyPr/>
                    <a:lstStyle/>
                    <a:p>
                      <a:pPr algn="ctr"/>
                      <a:r>
                        <a:rPr lang="en-US" sz="900">
                          <a:effectLst/>
                        </a:rPr>
                        <a:t>34</a:t>
                      </a:r>
                      <a:endParaRPr lang="en-US" sz="900"/>
                    </a:p>
                  </a:txBody>
                  <a:tcPr marL="46729" marR="46729" marT="23365" marB="23365" anchor="ctr"/>
                </a:tc>
                <a:tc>
                  <a:txBody>
                    <a:bodyPr/>
                    <a:lstStyle/>
                    <a:p>
                      <a:pPr algn="ctr"/>
                      <a:r>
                        <a:rPr lang="en-US" sz="900">
                          <a:effectLst/>
                        </a:rPr>
                        <a:t>11.8</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tc>
                  <a:txBody>
                    <a:bodyPr/>
                    <a:lstStyle/>
                    <a:p>
                      <a:pPr algn="ctr"/>
                      <a:r>
                        <a:rPr lang="en-US" sz="900">
                          <a:effectLst/>
                        </a:rPr>
                        <a:t>1.8</a:t>
                      </a:r>
                      <a:endParaRPr lang="en-US" sz="900"/>
                    </a:p>
                  </a:txBody>
                  <a:tcPr marL="46729" marR="46729" marT="23365" marB="23365" anchor="ctr"/>
                </a:tc>
                <a:tc>
                  <a:txBody>
                    <a:bodyPr/>
                    <a:lstStyle/>
                    <a:p>
                      <a:pPr algn="ctr"/>
                      <a:r>
                        <a:rPr lang="en-US" sz="900">
                          <a:effectLst/>
                        </a:rPr>
                        <a:t>35</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extLst>
                  <a:ext uri="{0D108BD9-81ED-4DB2-BD59-A6C34878D82A}">
                    <a16:rowId xmlns:a16="http://schemas.microsoft.com/office/drawing/2014/main" val="1631735827"/>
                  </a:ext>
                </a:extLst>
              </a:tr>
              <a:tr h="205125">
                <a:tc>
                  <a:txBody>
                    <a:bodyPr/>
                    <a:lstStyle/>
                    <a:p>
                      <a:pPr algn="ctr"/>
                      <a:r>
                        <a:rPr lang="en-US" sz="900">
                          <a:effectLst/>
                        </a:rPr>
                        <a:t>Luka Dončić</a:t>
                      </a:r>
                      <a:endParaRPr lang="en-US" sz="900"/>
                    </a:p>
                  </a:txBody>
                  <a:tcPr marL="46729" marR="46729" marT="23365" marB="23365" anchor="ctr"/>
                </a:tc>
                <a:tc>
                  <a:txBody>
                    <a:bodyPr/>
                    <a:lstStyle/>
                    <a:p>
                      <a:pPr algn="ctr"/>
                      <a:r>
                        <a:rPr lang="en-US" sz="900">
                          <a:effectLst/>
                        </a:rPr>
                        <a:t>52</a:t>
                      </a:r>
                      <a:endParaRPr lang="en-US" sz="900"/>
                    </a:p>
                  </a:txBody>
                  <a:tcPr marL="46729" marR="46729" marT="23365" marB="23365" anchor="ctr"/>
                </a:tc>
                <a:tc>
                  <a:txBody>
                    <a:bodyPr/>
                    <a:lstStyle/>
                    <a:p>
                      <a:pPr algn="ctr"/>
                      <a:r>
                        <a:rPr lang="en-US" sz="900">
                          <a:effectLst/>
                        </a:rPr>
                        <a:t>11.7</a:t>
                      </a:r>
                      <a:endParaRPr lang="en-US" sz="900"/>
                    </a:p>
                  </a:txBody>
                  <a:tcPr marL="46729" marR="46729" marT="23365" marB="23365" anchor="ctr"/>
                </a:tc>
                <a:tc>
                  <a:txBody>
                    <a:bodyPr/>
                    <a:lstStyle/>
                    <a:p>
                      <a:pPr algn="ctr"/>
                      <a:r>
                        <a:rPr lang="en-US" sz="900">
                          <a:effectLst/>
                        </a:rPr>
                        <a:t>3.9</a:t>
                      </a:r>
                      <a:endParaRPr lang="en-US" sz="900"/>
                    </a:p>
                  </a:txBody>
                  <a:tcPr marL="46729" marR="46729" marT="23365" marB="23365" anchor="ctr"/>
                </a:tc>
                <a:tc>
                  <a:txBody>
                    <a:bodyPr/>
                    <a:lstStyle/>
                    <a:p>
                      <a:pPr algn="ctr"/>
                      <a:r>
                        <a:rPr lang="en-US" sz="900">
                          <a:effectLst/>
                        </a:rPr>
                        <a:t>1.5</a:t>
                      </a:r>
                      <a:endParaRPr lang="en-US" sz="900"/>
                    </a:p>
                  </a:txBody>
                  <a:tcPr marL="46729" marR="46729" marT="23365" marB="23365" anchor="ctr"/>
                </a:tc>
                <a:tc>
                  <a:txBody>
                    <a:bodyPr/>
                    <a:lstStyle/>
                    <a:p>
                      <a:pPr algn="ctr"/>
                      <a:r>
                        <a:rPr lang="en-US" sz="900">
                          <a:effectLst/>
                        </a:rPr>
                        <a:t>0.6</a:t>
                      </a:r>
                      <a:endParaRPr lang="en-US" sz="900"/>
                    </a:p>
                  </a:txBody>
                  <a:tcPr marL="46729" marR="46729" marT="23365" marB="23365" anchor="ctr"/>
                </a:tc>
                <a:tc>
                  <a:txBody>
                    <a:bodyPr/>
                    <a:lstStyle/>
                    <a:p>
                      <a:pPr algn="ctr"/>
                      <a:r>
                        <a:rPr lang="en-US" sz="900">
                          <a:effectLst/>
                        </a:rPr>
                        <a:t>34</a:t>
                      </a:r>
                      <a:endParaRPr lang="en-US" sz="900"/>
                    </a:p>
                  </a:txBody>
                  <a:tcPr marL="46729" marR="46729" marT="23365" marB="23365" anchor="ctr"/>
                </a:tc>
                <a:tc>
                  <a:txBody>
                    <a:bodyPr/>
                    <a:lstStyle/>
                    <a:p>
                      <a:pPr algn="ctr"/>
                      <a:r>
                        <a:rPr lang="en-US" sz="900">
                          <a:effectLst/>
                        </a:rPr>
                        <a:t>2</a:t>
                      </a:r>
                      <a:endParaRPr lang="en-US" sz="900"/>
                    </a:p>
                  </a:txBody>
                  <a:tcPr marL="46729" marR="46729" marT="23365" marB="23365" anchor="ctr"/>
                </a:tc>
                <a:extLst>
                  <a:ext uri="{0D108BD9-81ED-4DB2-BD59-A6C34878D82A}">
                    <a16:rowId xmlns:a16="http://schemas.microsoft.com/office/drawing/2014/main" val="2181470710"/>
                  </a:ext>
                </a:extLst>
              </a:tr>
              <a:tr h="287174">
                <a:tc>
                  <a:txBody>
                    <a:bodyPr/>
                    <a:lstStyle/>
                    <a:p>
                      <a:pPr algn="ctr"/>
                      <a:r>
                        <a:rPr lang="en-US" sz="900">
                          <a:effectLst/>
                        </a:rPr>
                        <a:t>Shai Gilgeous-Alexander</a:t>
                      </a:r>
                      <a:endParaRPr lang="en-US" sz="900"/>
                    </a:p>
                  </a:txBody>
                  <a:tcPr marL="46729" marR="46729" marT="23365" marB="23365" anchor="ctr"/>
                </a:tc>
                <a:tc>
                  <a:txBody>
                    <a:bodyPr/>
                    <a:lstStyle/>
                    <a:p>
                      <a:pPr algn="ctr"/>
                      <a:r>
                        <a:rPr lang="en-US" sz="900">
                          <a:effectLst/>
                        </a:rPr>
                        <a:t>58</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tc>
                  <a:txBody>
                    <a:bodyPr/>
                    <a:lstStyle/>
                    <a:p>
                      <a:pPr algn="ctr"/>
                      <a:r>
                        <a:rPr lang="en-US" sz="900">
                          <a:effectLst/>
                        </a:rPr>
                        <a:t>1.3</a:t>
                      </a:r>
                      <a:endParaRPr lang="en-US" sz="900"/>
                    </a:p>
                  </a:txBody>
                  <a:tcPr marL="46729" marR="46729" marT="23365" marB="23365" anchor="ctr"/>
                </a:tc>
                <a:tc>
                  <a:txBody>
                    <a:bodyPr/>
                    <a:lstStyle/>
                    <a:p>
                      <a:pPr algn="ctr"/>
                      <a:r>
                        <a:rPr lang="en-US" sz="900">
                          <a:effectLst/>
                        </a:rPr>
                        <a:t>2.1</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31</a:t>
                      </a:r>
                      <a:endParaRPr lang="en-US" sz="900"/>
                    </a:p>
                  </a:txBody>
                  <a:tcPr marL="46729" marR="46729" marT="23365" marB="23365" anchor="ctr"/>
                </a:tc>
                <a:tc>
                  <a:txBody>
                    <a:bodyPr/>
                    <a:lstStyle/>
                    <a:p>
                      <a:pPr algn="ctr"/>
                      <a:r>
                        <a:rPr lang="en-US" sz="900">
                          <a:effectLst/>
                        </a:rPr>
                        <a:t>3</a:t>
                      </a:r>
                      <a:endParaRPr lang="en-US" sz="900"/>
                    </a:p>
                  </a:txBody>
                  <a:tcPr marL="46729" marR="46729" marT="23365" marB="23365" anchor="ctr"/>
                </a:tc>
                <a:extLst>
                  <a:ext uri="{0D108BD9-81ED-4DB2-BD59-A6C34878D82A}">
                    <a16:rowId xmlns:a16="http://schemas.microsoft.com/office/drawing/2014/main" val="271953246"/>
                  </a:ext>
                </a:extLst>
              </a:tr>
              <a:tr h="287174">
                <a:tc>
                  <a:txBody>
                    <a:bodyPr/>
                    <a:lstStyle/>
                    <a:p>
                      <a:pPr algn="ctr"/>
                      <a:r>
                        <a:rPr lang="en-US" sz="900">
                          <a:effectLst/>
                        </a:rPr>
                        <a:t>Giannis Antetokounmpo</a:t>
                      </a:r>
                      <a:endParaRPr lang="en-US" sz="900"/>
                    </a:p>
                  </a:txBody>
                  <a:tcPr marL="46729" marR="46729" marT="23365" marB="23365" anchor="ctr"/>
                </a:tc>
                <a:tc>
                  <a:txBody>
                    <a:bodyPr/>
                    <a:lstStyle/>
                    <a:p>
                      <a:pPr algn="ctr"/>
                      <a:r>
                        <a:rPr lang="en-US" sz="900">
                          <a:effectLst/>
                        </a:rPr>
                        <a:t>59</a:t>
                      </a:r>
                      <a:endParaRPr lang="en-US" sz="900"/>
                    </a:p>
                  </a:txBody>
                  <a:tcPr marL="46729" marR="46729" marT="23365" marB="23365" anchor="ctr"/>
                </a:tc>
                <a:tc>
                  <a:txBody>
                    <a:bodyPr/>
                    <a:lstStyle/>
                    <a:p>
                      <a:pPr algn="ctr"/>
                      <a:r>
                        <a:rPr lang="en-US" sz="900">
                          <a:effectLst/>
                        </a:rPr>
                        <a:t>11.5</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1.3</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31</a:t>
                      </a:r>
                      <a:endParaRPr lang="en-US" sz="900"/>
                    </a:p>
                  </a:txBody>
                  <a:tcPr marL="46729" marR="46729" marT="23365" marB="23365" anchor="ctr"/>
                </a:tc>
                <a:tc>
                  <a:txBody>
                    <a:bodyPr/>
                    <a:lstStyle/>
                    <a:p>
                      <a:pPr algn="ctr"/>
                      <a:r>
                        <a:rPr lang="en-US" sz="900">
                          <a:effectLst/>
                        </a:rPr>
                        <a:t>4</a:t>
                      </a:r>
                      <a:endParaRPr lang="en-US" sz="900"/>
                    </a:p>
                  </a:txBody>
                  <a:tcPr marL="46729" marR="46729" marT="23365" marB="23365" anchor="ctr"/>
                </a:tc>
                <a:extLst>
                  <a:ext uri="{0D108BD9-81ED-4DB2-BD59-A6C34878D82A}">
                    <a16:rowId xmlns:a16="http://schemas.microsoft.com/office/drawing/2014/main" val="2535769448"/>
                  </a:ext>
                </a:extLst>
              </a:tr>
              <a:tr h="205125">
                <a:tc>
                  <a:txBody>
                    <a:bodyPr/>
                    <a:lstStyle/>
                    <a:p>
                      <a:pPr algn="ctr"/>
                      <a:r>
                        <a:rPr lang="en-US" sz="900">
                          <a:effectLst/>
                        </a:rPr>
                        <a:t>Devin Booker</a:t>
                      </a:r>
                      <a:endParaRPr lang="en-US" sz="900"/>
                    </a:p>
                  </a:txBody>
                  <a:tcPr marL="46729" marR="46729" marT="23365" marB="23365" anchor="ctr"/>
                </a:tc>
                <a:tc>
                  <a:txBody>
                    <a:bodyPr/>
                    <a:lstStyle/>
                    <a:p>
                      <a:pPr algn="ctr"/>
                      <a:r>
                        <a:rPr lang="en-US" sz="900">
                          <a:effectLst/>
                        </a:rPr>
                        <a:t>49</a:t>
                      </a:r>
                      <a:endParaRPr lang="en-US" sz="900"/>
                    </a:p>
                  </a:txBody>
                  <a:tcPr marL="46729" marR="46729" marT="23365" marB="23365" anchor="ctr"/>
                </a:tc>
                <a:tc>
                  <a:txBody>
                    <a:bodyPr/>
                    <a:lstStyle/>
                    <a:p>
                      <a:pPr algn="ctr"/>
                      <a:r>
                        <a:rPr lang="en-US" sz="900">
                          <a:effectLst/>
                        </a:rPr>
                        <a:t>9.7</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0.4</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5</a:t>
                      </a:r>
                      <a:endParaRPr lang="en-US" sz="900"/>
                    </a:p>
                  </a:txBody>
                  <a:tcPr marL="46729" marR="46729" marT="23365" marB="23365" anchor="ctr"/>
                </a:tc>
                <a:extLst>
                  <a:ext uri="{0D108BD9-81ED-4DB2-BD59-A6C34878D82A}">
                    <a16:rowId xmlns:a16="http://schemas.microsoft.com/office/drawing/2014/main" val="1604891512"/>
                  </a:ext>
                </a:extLst>
              </a:tr>
              <a:tr h="205125">
                <a:tc>
                  <a:txBody>
                    <a:bodyPr/>
                    <a:lstStyle/>
                    <a:p>
                      <a:pPr algn="ctr"/>
                      <a:r>
                        <a:rPr lang="en-US" sz="900">
                          <a:effectLst/>
                        </a:rPr>
                        <a:t>Stephen Curry</a:t>
                      </a:r>
                      <a:endParaRPr lang="en-US" sz="900"/>
                    </a:p>
                  </a:txBody>
                  <a:tcPr marL="46729" marR="46729" marT="23365" marB="23365" anchor="ctr"/>
                </a:tc>
                <a:tc>
                  <a:txBody>
                    <a:bodyPr/>
                    <a:lstStyle/>
                    <a:p>
                      <a:pPr algn="ctr"/>
                      <a:r>
                        <a:rPr lang="en-US" sz="900">
                          <a:effectLst/>
                        </a:rPr>
                        <a:t>56</a:t>
                      </a:r>
                      <a:endParaRPr lang="en-US" sz="900"/>
                    </a:p>
                  </a:txBody>
                  <a:tcPr marL="46729" marR="46729" marT="23365" marB="23365" anchor="ctr"/>
                </a:tc>
                <a:tc>
                  <a:txBody>
                    <a:bodyPr/>
                    <a:lstStyle/>
                    <a:p>
                      <a:pPr algn="ctr"/>
                      <a:r>
                        <a:rPr lang="en-US" sz="900">
                          <a:effectLst/>
                        </a:rPr>
                        <a:t>9</a:t>
                      </a:r>
                      <a:endParaRPr lang="en-US" sz="900"/>
                    </a:p>
                  </a:txBody>
                  <a:tcPr marL="46729" marR="46729" marT="23365" marB="23365" anchor="ctr"/>
                </a:tc>
                <a:tc>
                  <a:txBody>
                    <a:bodyPr/>
                    <a:lstStyle/>
                    <a:p>
                      <a:pPr algn="ctr"/>
                      <a:r>
                        <a:rPr lang="en-US" sz="900">
                          <a:effectLst/>
                        </a:rPr>
                        <a:t>5</a:t>
                      </a:r>
                      <a:endParaRPr lang="en-US" sz="900"/>
                    </a:p>
                  </a:txBody>
                  <a:tcPr marL="46729" marR="46729" marT="23365" marB="23365" anchor="ctr"/>
                </a:tc>
                <a:tc>
                  <a:txBody>
                    <a:bodyPr/>
                    <a:lstStyle/>
                    <a:p>
                      <a:pPr algn="ctr"/>
                      <a:r>
                        <a:rPr lang="en-US" sz="900">
                          <a:effectLst/>
                        </a:rPr>
                        <a:t>0.8</a:t>
                      </a:r>
                      <a:endParaRPr lang="en-US" sz="900"/>
                    </a:p>
                  </a:txBody>
                  <a:tcPr marL="46729" marR="46729" marT="23365" marB="23365" anchor="ctr"/>
                </a:tc>
                <a:tc>
                  <a:txBody>
                    <a:bodyPr/>
                    <a:lstStyle/>
                    <a:p>
                      <a:pPr algn="ctr"/>
                      <a:r>
                        <a:rPr lang="en-US" sz="900">
                          <a:effectLst/>
                        </a:rPr>
                        <a:t>0.4</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6</a:t>
                      </a:r>
                      <a:endParaRPr lang="en-US" sz="900"/>
                    </a:p>
                  </a:txBody>
                  <a:tcPr marL="46729" marR="46729" marT="23365" marB="23365" anchor="ctr"/>
                </a:tc>
                <a:extLst>
                  <a:ext uri="{0D108BD9-81ED-4DB2-BD59-A6C34878D82A}">
                    <a16:rowId xmlns:a16="http://schemas.microsoft.com/office/drawing/2014/main" val="842502112"/>
                  </a:ext>
                </a:extLst>
              </a:tr>
              <a:tr h="205125">
                <a:tc>
                  <a:txBody>
                    <a:bodyPr/>
                    <a:lstStyle/>
                    <a:p>
                      <a:pPr algn="ctr"/>
                      <a:r>
                        <a:rPr lang="en-US" sz="900">
                          <a:effectLst/>
                        </a:rPr>
                        <a:t>Jalen Brunson</a:t>
                      </a:r>
                      <a:endParaRPr lang="en-US" sz="900"/>
                    </a:p>
                  </a:txBody>
                  <a:tcPr marL="46729" marR="46729" marT="23365" marB="23365" anchor="ctr"/>
                </a:tc>
                <a:tc>
                  <a:txBody>
                    <a:bodyPr/>
                    <a:lstStyle/>
                    <a:p>
                      <a:pPr algn="ctr"/>
                      <a:r>
                        <a:rPr lang="en-US" sz="900">
                          <a:effectLst/>
                        </a:rPr>
                        <a:t>56</a:t>
                      </a:r>
                      <a:endParaRPr lang="en-US" sz="900"/>
                    </a:p>
                  </a:txBody>
                  <a:tcPr marL="46729" marR="46729" marT="23365" marB="23365" anchor="ctr"/>
                </a:tc>
                <a:tc>
                  <a:txBody>
                    <a:bodyPr/>
                    <a:lstStyle/>
                    <a:p>
                      <a:pPr algn="ctr"/>
                      <a:r>
                        <a:rPr lang="en-US" sz="900">
                          <a:effectLst/>
                        </a:rPr>
                        <a:t>9.8</a:t>
                      </a:r>
                      <a:endParaRPr lang="en-US" sz="900"/>
                    </a:p>
                  </a:txBody>
                  <a:tcPr marL="46729" marR="46729" marT="23365" marB="23365" anchor="ctr"/>
                </a:tc>
                <a:tc>
                  <a:txBody>
                    <a:bodyPr/>
                    <a:lstStyle/>
                    <a:p>
                      <a:pPr algn="ctr"/>
                      <a:r>
                        <a:rPr lang="en-US" sz="900">
                          <a:effectLst/>
                        </a:rPr>
                        <a:t>2.7</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0.2</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7</a:t>
                      </a:r>
                      <a:endParaRPr lang="en-US" sz="900"/>
                    </a:p>
                  </a:txBody>
                  <a:tcPr marL="46729" marR="46729" marT="23365" marB="23365" anchor="ctr"/>
                </a:tc>
                <a:extLst>
                  <a:ext uri="{0D108BD9-81ED-4DB2-BD59-A6C34878D82A}">
                    <a16:rowId xmlns:a16="http://schemas.microsoft.com/office/drawing/2014/main" val="3003647231"/>
                  </a:ext>
                </a:extLst>
              </a:tr>
              <a:tr h="205125">
                <a:tc>
                  <a:txBody>
                    <a:bodyPr/>
                    <a:lstStyle/>
                    <a:p>
                      <a:pPr algn="ctr"/>
                      <a:r>
                        <a:rPr lang="en-US" sz="900">
                          <a:effectLst/>
                        </a:rPr>
                        <a:t>Kevin Durant</a:t>
                      </a:r>
                      <a:endParaRPr lang="en-US" sz="900"/>
                    </a:p>
                  </a:txBody>
                  <a:tcPr marL="46729" marR="46729" marT="23365" marB="23365" anchor="ctr"/>
                </a:tc>
                <a:tc>
                  <a:txBody>
                    <a:bodyPr/>
                    <a:lstStyle/>
                    <a:p>
                      <a:pPr algn="ctr"/>
                      <a:r>
                        <a:rPr lang="en-US" sz="900">
                          <a:effectLst/>
                        </a:rPr>
                        <a:t>52</a:t>
                      </a:r>
                      <a:endParaRPr lang="en-US" sz="900"/>
                    </a:p>
                  </a:txBody>
                  <a:tcPr marL="46729" marR="46729" marT="23365" marB="23365" anchor="ctr"/>
                </a:tc>
                <a:tc>
                  <a:txBody>
                    <a:bodyPr/>
                    <a:lstStyle/>
                    <a:p>
                      <a:pPr algn="ctr"/>
                      <a:r>
                        <a:rPr lang="en-US" sz="900">
                          <a:effectLst/>
                        </a:rPr>
                        <a:t>10.1</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1.3</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8</a:t>
                      </a:r>
                      <a:endParaRPr lang="en-US" sz="900"/>
                    </a:p>
                  </a:txBody>
                  <a:tcPr marL="46729" marR="46729" marT="23365" marB="23365" anchor="ctr"/>
                </a:tc>
                <a:extLst>
                  <a:ext uri="{0D108BD9-81ED-4DB2-BD59-A6C34878D82A}">
                    <a16:rowId xmlns:a16="http://schemas.microsoft.com/office/drawing/2014/main" val="2659809098"/>
                  </a:ext>
                </a:extLst>
              </a:tr>
              <a:tr h="205125">
                <a:tc>
                  <a:txBody>
                    <a:bodyPr/>
                    <a:lstStyle/>
                    <a:p>
                      <a:pPr algn="ctr"/>
                      <a:r>
                        <a:rPr lang="en-US" sz="900">
                          <a:effectLst/>
                        </a:rPr>
                        <a:t>Donovan Mitchell</a:t>
                      </a:r>
                      <a:endParaRPr lang="en-US" sz="900"/>
                    </a:p>
                  </a:txBody>
                  <a:tcPr marL="46729" marR="46729" marT="23365" marB="23365" anchor="ctr"/>
                </a:tc>
                <a:tc>
                  <a:txBody>
                    <a:bodyPr/>
                    <a:lstStyle/>
                    <a:p>
                      <a:pPr algn="ctr"/>
                      <a:r>
                        <a:rPr lang="en-US" sz="900">
                          <a:effectLst/>
                        </a:rPr>
                        <a:t>47</a:t>
                      </a:r>
                      <a:endParaRPr lang="en-US" sz="900"/>
                    </a:p>
                  </a:txBody>
                  <a:tcPr marL="46729" marR="46729" marT="23365" marB="23365" anchor="ctr"/>
                </a:tc>
                <a:tc>
                  <a:txBody>
                    <a:bodyPr/>
                    <a:lstStyle/>
                    <a:p>
                      <a:pPr algn="ctr"/>
                      <a:r>
                        <a:rPr lang="en-US" sz="900">
                          <a:effectLst/>
                        </a:rPr>
                        <a:t>9.7</a:t>
                      </a:r>
                      <a:endParaRPr lang="en-US" sz="900"/>
                    </a:p>
                  </a:txBody>
                  <a:tcPr marL="46729" marR="46729" marT="23365" marB="23365" anchor="ctr"/>
                </a:tc>
                <a:tc>
                  <a:txBody>
                    <a:bodyPr/>
                    <a:lstStyle/>
                    <a:p>
                      <a:pPr algn="ctr"/>
                      <a:r>
                        <a:rPr lang="en-US" sz="900">
                          <a:effectLst/>
                        </a:rPr>
                        <a:t>3.4</a:t>
                      </a:r>
                      <a:endParaRPr lang="en-US" sz="900"/>
                    </a:p>
                  </a:txBody>
                  <a:tcPr marL="46729" marR="46729" marT="23365" marB="23365" anchor="ctr"/>
                </a:tc>
                <a:tc>
                  <a:txBody>
                    <a:bodyPr/>
                    <a:lstStyle/>
                    <a:p>
                      <a:pPr algn="ctr"/>
                      <a:r>
                        <a:rPr lang="en-US" sz="900">
                          <a:effectLst/>
                        </a:rPr>
                        <a:t>1.8</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9</a:t>
                      </a:r>
                      <a:endParaRPr lang="en-US" sz="900"/>
                    </a:p>
                  </a:txBody>
                  <a:tcPr marL="46729" marR="46729" marT="23365" marB="23365" anchor="ctr"/>
                </a:tc>
                <a:extLst>
                  <a:ext uri="{0D108BD9-81ED-4DB2-BD59-A6C34878D82A}">
                    <a16:rowId xmlns:a16="http://schemas.microsoft.com/office/drawing/2014/main" val="1098399245"/>
                  </a:ext>
                </a:extLst>
              </a:tr>
              <a:tr h="205125">
                <a:tc>
                  <a:txBody>
                    <a:bodyPr/>
                    <a:lstStyle/>
                    <a:p>
                      <a:pPr algn="ctr"/>
                      <a:r>
                        <a:rPr lang="en-US" sz="900">
                          <a:effectLst/>
                        </a:rPr>
                        <a:t>De'Aaron Fox</a:t>
                      </a:r>
                      <a:endParaRPr lang="en-US" sz="900"/>
                    </a:p>
                  </a:txBody>
                  <a:tcPr marL="46729" marR="46729" marT="23365" marB="23365" anchor="ctr"/>
                </a:tc>
                <a:tc>
                  <a:txBody>
                    <a:bodyPr/>
                    <a:lstStyle/>
                    <a:p>
                      <a:pPr algn="ctr"/>
                      <a:r>
                        <a:rPr lang="en-US" sz="900">
                          <a:effectLst/>
                        </a:rPr>
                        <a:t>51</a:t>
                      </a:r>
                      <a:endParaRPr lang="en-US" sz="900"/>
                    </a:p>
                  </a:txBody>
                  <a:tcPr marL="46729" marR="46729" marT="23365" marB="23365" anchor="ctr"/>
                </a:tc>
                <a:tc>
                  <a:txBody>
                    <a:bodyPr/>
                    <a:lstStyle/>
                    <a:p>
                      <a:pPr algn="ctr"/>
                      <a:r>
                        <a:rPr lang="en-US" sz="900">
                          <a:effectLst/>
                        </a:rPr>
                        <a:t>9.8</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tc>
                  <a:txBody>
                    <a:bodyPr/>
                    <a:lstStyle/>
                    <a:p>
                      <a:pPr algn="ctr"/>
                      <a:r>
                        <a:rPr lang="en-US" sz="900">
                          <a:effectLst/>
                        </a:rPr>
                        <a:t>1.9</a:t>
                      </a:r>
                      <a:endParaRPr lang="en-US" sz="900"/>
                    </a:p>
                  </a:txBody>
                  <a:tcPr marL="46729" marR="46729" marT="23365" marB="23365" anchor="ctr"/>
                </a:tc>
                <a:tc>
                  <a:txBody>
                    <a:bodyPr/>
                    <a:lstStyle/>
                    <a:p>
                      <a:pPr algn="ctr"/>
                      <a:r>
                        <a:rPr lang="en-US" sz="900">
                          <a:effectLst/>
                        </a:rPr>
                        <a:t>0.4</a:t>
                      </a:r>
                      <a:endParaRPr lang="en-US" sz="900"/>
                    </a:p>
                  </a:txBody>
                  <a:tcPr marL="46729" marR="46729" marT="23365" marB="23365" anchor="ctr"/>
                </a:tc>
                <a:tc>
                  <a:txBody>
                    <a:bodyPr/>
                    <a:lstStyle/>
                    <a:p>
                      <a:pPr algn="ctr"/>
                      <a:r>
                        <a:rPr lang="en-US" sz="900">
                          <a:effectLst/>
                        </a:rPr>
                        <a:t>27</a:t>
                      </a:r>
                      <a:endParaRPr lang="en-US" sz="900"/>
                    </a:p>
                  </a:txBody>
                  <a:tcPr marL="46729" marR="46729" marT="23365" marB="23365" anchor="ctr"/>
                </a:tc>
                <a:tc>
                  <a:txBody>
                    <a:bodyPr/>
                    <a:lstStyle/>
                    <a:p>
                      <a:pPr algn="ctr"/>
                      <a:r>
                        <a:rPr lang="en-US" sz="900">
                          <a:effectLst/>
                        </a:rPr>
                        <a:t>10</a:t>
                      </a:r>
                      <a:endParaRPr lang="en-US" sz="900"/>
                    </a:p>
                  </a:txBody>
                  <a:tcPr marL="46729" marR="46729" marT="23365" marB="23365" anchor="ctr"/>
                </a:tc>
                <a:extLst>
                  <a:ext uri="{0D108BD9-81ED-4DB2-BD59-A6C34878D82A}">
                    <a16:rowId xmlns:a16="http://schemas.microsoft.com/office/drawing/2014/main" val="3698508275"/>
                  </a:ext>
                </a:extLst>
              </a:tr>
              <a:tr h="205125">
                <a:tc>
                  <a:txBody>
                    <a:bodyPr/>
                    <a:lstStyle/>
                    <a:p>
                      <a:pPr algn="ctr"/>
                      <a:r>
                        <a:rPr lang="en-US" sz="900">
                          <a:effectLst/>
                        </a:rPr>
                        <a:t>Jayson Tatum</a:t>
                      </a:r>
                      <a:endParaRPr lang="en-US" sz="900"/>
                    </a:p>
                  </a:txBody>
                  <a:tcPr marL="46729" marR="46729" marT="23365" marB="23365" anchor="ctr"/>
                </a:tc>
                <a:tc>
                  <a:txBody>
                    <a:bodyPr/>
                    <a:lstStyle/>
                    <a:p>
                      <a:pPr algn="ctr"/>
                      <a:r>
                        <a:rPr lang="en-US" sz="900">
                          <a:effectLst/>
                        </a:rPr>
                        <a:t>56</a:t>
                      </a:r>
                      <a:endParaRPr lang="en-US" sz="900"/>
                    </a:p>
                  </a:txBody>
                  <a:tcPr marL="46729" marR="46729" marT="23365" marB="23365" anchor="ctr"/>
                </a:tc>
                <a:tc>
                  <a:txBody>
                    <a:bodyPr/>
                    <a:lstStyle/>
                    <a:p>
                      <a:pPr algn="ctr"/>
                      <a:r>
                        <a:rPr lang="en-US" sz="900">
                          <a:effectLst/>
                        </a:rPr>
                        <a:t>9.2</a:t>
                      </a:r>
                      <a:endParaRPr lang="en-US" sz="900"/>
                    </a:p>
                  </a:txBody>
                  <a:tcPr marL="46729" marR="46729" marT="23365" marB="23365" anchor="ctr"/>
                </a:tc>
                <a:tc>
                  <a:txBody>
                    <a:bodyPr/>
                    <a:lstStyle/>
                    <a:p>
                      <a:pPr algn="ctr"/>
                      <a:r>
                        <a:rPr lang="en-US" sz="900">
                          <a:effectLst/>
                        </a:rPr>
                        <a:t>3.1</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0.6</a:t>
                      </a:r>
                      <a:endParaRPr lang="en-US" sz="900"/>
                    </a:p>
                  </a:txBody>
                  <a:tcPr marL="46729" marR="46729" marT="23365" marB="23365" anchor="ctr"/>
                </a:tc>
                <a:tc>
                  <a:txBody>
                    <a:bodyPr/>
                    <a:lstStyle/>
                    <a:p>
                      <a:pPr algn="ctr"/>
                      <a:r>
                        <a:rPr lang="en-US" sz="900">
                          <a:effectLst/>
                        </a:rPr>
                        <a:t>27</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extLst>
                  <a:ext uri="{0D108BD9-81ED-4DB2-BD59-A6C34878D82A}">
                    <a16:rowId xmlns:a16="http://schemas.microsoft.com/office/drawing/2014/main" val="2128922219"/>
                  </a:ext>
                </a:extLst>
              </a:tr>
              <a:tr h="205125">
                <a:tc>
                  <a:txBody>
                    <a:bodyPr/>
                    <a:lstStyle/>
                    <a:p>
                      <a:pPr algn="ctr"/>
                      <a:r>
                        <a:rPr lang="en-US" sz="900">
                          <a:effectLst/>
                        </a:rPr>
                        <a:t>Kyrie Irving</a:t>
                      </a:r>
                      <a:endParaRPr lang="en-US" sz="900"/>
                    </a:p>
                  </a:txBody>
                  <a:tcPr marL="46729" marR="46729" marT="23365" marB="23365" anchor="ctr"/>
                </a:tc>
                <a:tc>
                  <a:txBody>
                    <a:bodyPr/>
                    <a:lstStyle/>
                    <a:p>
                      <a:pPr algn="ctr"/>
                      <a:r>
                        <a:rPr lang="en-US" sz="900">
                          <a:effectLst/>
                        </a:rPr>
                        <a:t>38</a:t>
                      </a:r>
                      <a:endParaRPr lang="en-US" sz="900"/>
                    </a:p>
                  </a:txBody>
                  <a:tcPr marL="46729" marR="46729" marT="23365" marB="23365" anchor="ctr"/>
                </a:tc>
                <a:tc>
                  <a:txBody>
                    <a:bodyPr/>
                    <a:lstStyle/>
                    <a:p>
                      <a:pPr algn="ctr"/>
                      <a:r>
                        <a:rPr lang="en-US" sz="900">
                          <a:effectLst/>
                        </a:rPr>
                        <a:t>9.8</a:t>
                      </a:r>
                      <a:endParaRPr lang="en-US" sz="900"/>
                    </a:p>
                  </a:txBody>
                  <a:tcPr marL="46729" marR="46729" marT="23365" marB="23365" anchor="ctr"/>
                </a:tc>
                <a:tc>
                  <a:txBody>
                    <a:bodyPr/>
                    <a:lstStyle/>
                    <a:p>
                      <a:pPr algn="ctr"/>
                      <a:r>
                        <a:rPr lang="en-US" sz="900">
                          <a:effectLst/>
                        </a:rPr>
                        <a:t>2.9</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extLst>
                  <a:ext uri="{0D108BD9-81ED-4DB2-BD59-A6C34878D82A}">
                    <a16:rowId xmlns:a16="http://schemas.microsoft.com/office/drawing/2014/main" val="2089089431"/>
                  </a:ext>
                </a:extLst>
              </a:tr>
              <a:tr h="205125">
                <a:tc>
                  <a:txBody>
                    <a:bodyPr/>
                    <a:lstStyle/>
                    <a:p>
                      <a:pPr algn="ctr"/>
                      <a:r>
                        <a:rPr lang="en-US" sz="900">
                          <a:effectLst/>
                        </a:rPr>
                        <a:t>Trae Young</a:t>
                      </a:r>
                      <a:endParaRPr lang="en-US" sz="900"/>
                    </a:p>
                  </a:txBody>
                  <a:tcPr marL="46729" marR="46729" marT="23365" marB="23365" anchor="ctr"/>
                </a:tc>
                <a:tc>
                  <a:txBody>
                    <a:bodyPr/>
                    <a:lstStyle/>
                    <a:p>
                      <a:pPr algn="ctr"/>
                      <a:r>
                        <a:rPr lang="en-US" sz="900">
                          <a:effectLst/>
                        </a:rPr>
                        <a:t>51</a:t>
                      </a:r>
                      <a:endParaRPr lang="en-US" sz="900"/>
                    </a:p>
                  </a:txBody>
                  <a:tcPr marL="46729" marR="46729" marT="23365" marB="23365" anchor="ctr"/>
                </a:tc>
                <a:tc>
                  <a:txBody>
                    <a:bodyPr/>
                    <a:lstStyle/>
                    <a:p>
                      <a:pPr algn="ctr"/>
                      <a:r>
                        <a:rPr lang="en-US" sz="900">
                          <a:effectLst/>
                        </a:rPr>
                        <a:t>8.2</a:t>
                      </a:r>
                      <a:endParaRPr lang="en-US" sz="900"/>
                    </a:p>
                  </a:txBody>
                  <a:tcPr marL="46729" marR="46729" marT="23365" marB="23365" anchor="ctr"/>
                </a:tc>
                <a:tc>
                  <a:txBody>
                    <a:bodyPr/>
                    <a:lstStyle/>
                    <a:p>
                      <a:pPr algn="ctr"/>
                      <a:r>
                        <a:rPr lang="en-US" sz="900">
                          <a:effectLst/>
                        </a:rPr>
                        <a:t>3.3</a:t>
                      </a:r>
                      <a:endParaRPr lang="en-US" sz="900"/>
                    </a:p>
                  </a:txBody>
                  <a:tcPr marL="46729" marR="46729" marT="23365" marB="23365" anchor="ctr"/>
                </a:tc>
                <a:tc>
                  <a:txBody>
                    <a:bodyPr/>
                    <a:lstStyle/>
                    <a:p>
                      <a:pPr algn="ctr"/>
                      <a:r>
                        <a:rPr lang="en-US" sz="900">
                          <a:effectLst/>
                        </a:rPr>
                        <a:t>1.4</a:t>
                      </a:r>
                      <a:endParaRPr lang="en-US" sz="900"/>
                    </a:p>
                  </a:txBody>
                  <a:tcPr marL="46729" marR="46729" marT="23365" marB="23365" anchor="ctr"/>
                </a:tc>
                <a:tc>
                  <a:txBody>
                    <a:bodyPr/>
                    <a:lstStyle/>
                    <a:p>
                      <a:pPr algn="ctr"/>
                      <a:r>
                        <a:rPr lang="en-US" sz="900">
                          <a:effectLst/>
                        </a:rPr>
                        <a:t>0.2</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tc>
                  <a:txBody>
                    <a:bodyPr/>
                    <a:lstStyle/>
                    <a:p>
                      <a:pPr algn="ctr"/>
                      <a:r>
                        <a:rPr lang="en-US" sz="900">
                          <a:effectLst/>
                        </a:rPr>
                        <a:t>13</a:t>
                      </a:r>
                      <a:endParaRPr lang="en-US" sz="900"/>
                    </a:p>
                  </a:txBody>
                  <a:tcPr marL="46729" marR="46729" marT="23365" marB="23365" anchor="ctr"/>
                </a:tc>
                <a:extLst>
                  <a:ext uri="{0D108BD9-81ED-4DB2-BD59-A6C34878D82A}">
                    <a16:rowId xmlns:a16="http://schemas.microsoft.com/office/drawing/2014/main" val="948277065"/>
                  </a:ext>
                </a:extLst>
              </a:tr>
              <a:tr h="205125">
                <a:tc>
                  <a:txBody>
                    <a:bodyPr/>
                    <a:lstStyle/>
                    <a:p>
                      <a:pPr algn="ctr"/>
                      <a:r>
                        <a:rPr lang="en-US" sz="900">
                          <a:effectLst/>
                        </a:rPr>
                        <a:t>Anthony Edwards</a:t>
                      </a:r>
                      <a:endParaRPr lang="en-US" sz="900"/>
                    </a:p>
                  </a:txBody>
                  <a:tcPr marL="46729" marR="46729" marT="23365" marB="23365" anchor="ctr"/>
                </a:tc>
                <a:tc>
                  <a:txBody>
                    <a:bodyPr/>
                    <a:lstStyle/>
                    <a:p>
                      <a:pPr algn="ctr"/>
                      <a:r>
                        <a:rPr lang="en-US" sz="900">
                          <a:effectLst/>
                        </a:rPr>
                        <a:t>57</a:t>
                      </a:r>
                      <a:endParaRPr lang="en-US" sz="900"/>
                    </a:p>
                  </a:txBody>
                  <a:tcPr marL="46729" marR="46729" marT="23365" marB="23365" anchor="ctr"/>
                </a:tc>
                <a:tc>
                  <a:txBody>
                    <a:bodyPr/>
                    <a:lstStyle/>
                    <a:p>
                      <a:pPr algn="ctr"/>
                      <a:r>
                        <a:rPr lang="en-US" sz="900">
                          <a:effectLst/>
                        </a:rPr>
                        <a:t>9.1</a:t>
                      </a:r>
                      <a:endParaRPr lang="en-US" sz="900"/>
                    </a:p>
                  </a:txBody>
                  <a:tcPr marL="46729" marR="46729" marT="23365" marB="23365" anchor="ctr"/>
                </a:tc>
                <a:tc>
                  <a:txBody>
                    <a:bodyPr/>
                    <a:lstStyle/>
                    <a:p>
                      <a:pPr algn="ctr"/>
                      <a:r>
                        <a:rPr lang="en-US" sz="900">
                          <a:effectLst/>
                        </a:rPr>
                        <a:t>2.5</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tc>
                  <a:txBody>
                    <a:bodyPr/>
                    <a:lstStyle/>
                    <a:p>
                      <a:pPr algn="ctr"/>
                      <a:r>
                        <a:rPr lang="en-US" sz="900">
                          <a:effectLst/>
                        </a:rPr>
                        <a:t>14</a:t>
                      </a:r>
                      <a:endParaRPr lang="en-US" sz="900"/>
                    </a:p>
                  </a:txBody>
                  <a:tcPr marL="46729" marR="46729" marT="23365" marB="23365" anchor="ctr"/>
                </a:tc>
                <a:extLst>
                  <a:ext uri="{0D108BD9-81ED-4DB2-BD59-A6C34878D82A}">
                    <a16:rowId xmlns:a16="http://schemas.microsoft.com/office/drawing/2014/main" val="146877270"/>
                  </a:ext>
                </a:extLst>
              </a:tr>
              <a:tr h="205125">
                <a:tc>
                  <a:txBody>
                    <a:bodyPr/>
                    <a:lstStyle/>
                    <a:p>
                      <a:pPr algn="ctr"/>
                      <a:r>
                        <a:rPr lang="en-US" sz="900">
                          <a:effectLst/>
                        </a:rPr>
                        <a:t>Tyrese Maxey</a:t>
                      </a:r>
                      <a:endParaRPr lang="en-US" sz="900"/>
                    </a:p>
                  </a:txBody>
                  <a:tcPr marL="46729" marR="46729" marT="23365" marB="23365" anchor="ctr"/>
                </a:tc>
                <a:tc>
                  <a:txBody>
                    <a:bodyPr/>
                    <a:lstStyle/>
                    <a:p>
                      <a:pPr algn="ctr"/>
                      <a:r>
                        <a:rPr lang="en-US" sz="900">
                          <a:effectLst/>
                        </a:rPr>
                        <a:t>54</a:t>
                      </a:r>
                      <a:endParaRPr lang="en-US" sz="900"/>
                    </a:p>
                  </a:txBody>
                  <a:tcPr marL="46729" marR="46729" marT="23365" marB="23365" anchor="ctr"/>
                </a:tc>
                <a:tc>
                  <a:txBody>
                    <a:bodyPr/>
                    <a:lstStyle/>
                    <a:p>
                      <a:pPr algn="ctr"/>
                      <a:r>
                        <a:rPr lang="en-US" sz="900">
                          <a:effectLst/>
                        </a:rPr>
                        <a:t>9.1</a:t>
                      </a:r>
                      <a:endParaRPr lang="en-US" sz="900"/>
                    </a:p>
                  </a:txBody>
                  <a:tcPr marL="46729" marR="46729" marT="23365" marB="23365" anchor="ctr"/>
                </a:tc>
                <a:tc>
                  <a:txBody>
                    <a:bodyPr/>
                    <a:lstStyle/>
                    <a:p>
                      <a:pPr algn="ctr"/>
                      <a:r>
                        <a:rPr lang="en-US" sz="900">
                          <a:effectLst/>
                        </a:rPr>
                        <a:t>3.1</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tc>
                  <a:txBody>
                    <a:bodyPr/>
                    <a:lstStyle/>
                    <a:p>
                      <a:pPr algn="ctr"/>
                      <a:r>
                        <a:rPr lang="en-US" sz="900">
                          <a:effectLst/>
                        </a:rPr>
                        <a:t>15</a:t>
                      </a:r>
                      <a:endParaRPr lang="en-US" sz="900"/>
                    </a:p>
                  </a:txBody>
                  <a:tcPr marL="46729" marR="46729" marT="23365" marB="23365" anchor="ctr"/>
                </a:tc>
                <a:extLst>
                  <a:ext uri="{0D108BD9-81ED-4DB2-BD59-A6C34878D82A}">
                    <a16:rowId xmlns:a16="http://schemas.microsoft.com/office/drawing/2014/main" val="2842641211"/>
                  </a:ext>
                </a:extLst>
              </a:tr>
              <a:tr h="205125">
                <a:tc>
                  <a:txBody>
                    <a:bodyPr/>
                    <a:lstStyle/>
                    <a:p>
                      <a:pPr algn="ctr"/>
                      <a:r>
                        <a:rPr lang="en-US" sz="900">
                          <a:effectLst/>
                        </a:rPr>
                        <a:t>Nikola Jokić</a:t>
                      </a:r>
                      <a:endParaRPr lang="en-US" sz="900"/>
                    </a:p>
                  </a:txBody>
                  <a:tcPr marL="46729" marR="46729" marT="23365" marB="23365" anchor="ctr"/>
                </a:tc>
                <a:tc>
                  <a:txBody>
                    <a:bodyPr/>
                    <a:lstStyle/>
                    <a:p>
                      <a:pPr algn="ctr"/>
                      <a:r>
                        <a:rPr lang="en-US" sz="900">
                          <a:effectLst/>
                        </a:rPr>
                        <a:t>58</a:t>
                      </a:r>
                      <a:endParaRPr lang="en-US" sz="900"/>
                    </a:p>
                  </a:txBody>
                  <a:tcPr marL="46729" marR="46729" marT="23365" marB="23365" anchor="ctr"/>
                </a:tc>
                <a:tc>
                  <a:txBody>
                    <a:bodyPr/>
                    <a:lstStyle/>
                    <a:p>
                      <a:pPr algn="ctr"/>
                      <a:r>
                        <a:rPr lang="en-US" sz="900">
                          <a:effectLst/>
                        </a:rPr>
                        <a:t>10.1</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tc>
                  <a:txBody>
                    <a:bodyPr/>
                    <a:lstStyle/>
                    <a:p>
                      <a:pPr algn="ctr"/>
                      <a:r>
                        <a:rPr lang="en-US" sz="900">
                          <a:effectLst/>
                        </a:rPr>
                        <a:t>16</a:t>
                      </a:r>
                      <a:endParaRPr lang="en-US" sz="900"/>
                    </a:p>
                  </a:txBody>
                  <a:tcPr marL="46729" marR="46729" marT="23365" marB="23365" anchor="ctr"/>
                </a:tc>
                <a:extLst>
                  <a:ext uri="{0D108BD9-81ED-4DB2-BD59-A6C34878D82A}">
                    <a16:rowId xmlns:a16="http://schemas.microsoft.com/office/drawing/2014/main" val="1703122978"/>
                  </a:ext>
                </a:extLst>
              </a:tr>
              <a:tr h="205125">
                <a:tc>
                  <a:txBody>
                    <a:bodyPr/>
                    <a:lstStyle/>
                    <a:p>
                      <a:pPr algn="ctr"/>
                      <a:r>
                        <a:rPr lang="en-US" sz="900">
                          <a:effectLst/>
                        </a:rPr>
                        <a:t>Ja Morant</a:t>
                      </a:r>
                      <a:endParaRPr lang="en-US" sz="900"/>
                    </a:p>
                  </a:txBody>
                  <a:tcPr marL="46729" marR="46729" marT="23365" marB="23365" anchor="ctr"/>
                </a:tc>
                <a:tc>
                  <a:txBody>
                    <a:bodyPr/>
                    <a:lstStyle/>
                    <a:p>
                      <a:pPr algn="ctr"/>
                      <a:r>
                        <a:rPr lang="en-US" sz="900">
                          <a:effectLst/>
                        </a:rPr>
                        <a:t>9</a:t>
                      </a:r>
                      <a:endParaRPr lang="en-US" sz="900"/>
                    </a:p>
                  </a:txBody>
                  <a:tcPr marL="46729" marR="46729" marT="23365" marB="23365" anchor="ctr"/>
                </a:tc>
                <a:tc>
                  <a:txBody>
                    <a:bodyPr/>
                    <a:lstStyle/>
                    <a:p>
                      <a:pPr algn="ctr"/>
                      <a:r>
                        <a:rPr lang="en-US" sz="900">
                          <a:effectLst/>
                        </a:rPr>
                        <a:t>8.9</a:t>
                      </a:r>
                      <a:endParaRPr lang="en-US" sz="900"/>
                    </a:p>
                  </a:txBody>
                  <a:tcPr marL="46729" marR="46729" marT="23365" marB="23365" anchor="ctr"/>
                </a:tc>
                <a:tc>
                  <a:txBody>
                    <a:bodyPr/>
                    <a:lstStyle/>
                    <a:p>
                      <a:pPr algn="ctr"/>
                      <a:r>
                        <a:rPr lang="en-US" sz="900">
                          <a:effectLst/>
                        </a:rPr>
                        <a:t>1.6</a:t>
                      </a:r>
                      <a:endParaRPr lang="en-US" sz="900"/>
                    </a:p>
                  </a:txBody>
                  <a:tcPr marL="46729" marR="46729" marT="23365" marB="23365" anchor="ctr"/>
                </a:tc>
                <a:tc>
                  <a:txBody>
                    <a:bodyPr/>
                    <a:lstStyle/>
                    <a:p>
                      <a:pPr algn="ctr"/>
                      <a:r>
                        <a:rPr lang="en-US" sz="900">
                          <a:effectLst/>
                        </a:rPr>
                        <a:t>0.8</a:t>
                      </a:r>
                      <a:endParaRPr lang="en-US" sz="900"/>
                    </a:p>
                  </a:txBody>
                  <a:tcPr marL="46729" marR="46729" marT="23365" marB="23365" anchor="ctr"/>
                </a:tc>
                <a:tc>
                  <a:txBody>
                    <a:bodyPr/>
                    <a:lstStyle/>
                    <a:p>
                      <a:pPr algn="ctr"/>
                      <a:r>
                        <a:rPr lang="en-US" sz="900">
                          <a:effectLst/>
                        </a:rPr>
                        <a:t>0.6</a:t>
                      </a:r>
                      <a:endParaRPr lang="en-US" sz="900"/>
                    </a:p>
                  </a:txBody>
                  <a:tcPr marL="46729" marR="46729" marT="23365" marB="23365" anchor="ctr"/>
                </a:tc>
                <a:tc>
                  <a:txBody>
                    <a:bodyPr/>
                    <a:lstStyle/>
                    <a:p>
                      <a:pPr algn="ctr"/>
                      <a:r>
                        <a:rPr lang="en-US" sz="900">
                          <a:effectLst/>
                        </a:rPr>
                        <a:t>25</a:t>
                      </a:r>
                      <a:endParaRPr lang="en-US" sz="900"/>
                    </a:p>
                  </a:txBody>
                  <a:tcPr marL="46729" marR="46729" marT="23365" marB="23365" anchor="ctr"/>
                </a:tc>
                <a:tc>
                  <a:txBody>
                    <a:bodyPr/>
                    <a:lstStyle/>
                    <a:p>
                      <a:pPr algn="ctr"/>
                      <a:r>
                        <a:rPr lang="en-US" sz="900">
                          <a:effectLst/>
                        </a:rPr>
                        <a:t>17</a:t>
                      </a:r>
                      <a:endParaRPr lang="en-US" sz="900"/>
                    </a:p>
                  </a:txBody>
                  <a:tcPr marL="46729" marR="46729" marT="23365" marB="23365" anchor="ctr"/>
                </a:tc>
                <a:extLst>
                  <a:ext uri="{0D108BD9-81ED-4DB2-BD59-A6C34878D82A}">
                    <a16:rowId xmlns:a16="http://schemas.microsoft.com/office/drawing/2014/main" val="2146378685"/>
                  </a:ext>
                </a:extLst>
              </a:tr>
              <a:tr h="205125">
                <a:tc>
                  <a:txBody>
                    <a:bodyPr/>
                    <a:lstStyle/>
                    <a:p>
                      <a:pPr algn="ctr"/>
                      <a:r>
                        <a:rPr lang="en-US" sz="900">
                          <a:effectLst/>
                        </a:rPr>
                        <a:t>LeBron James</a:t>
                      </a:r>
                      <a:endParaRPr lang="en-US" sz="900"/>
                    </a:p>
                  </a:txBody>
                  <a:tcPr marL="46729" marR="46729" marT="23365" marB="23365" anchor="ctr"/>
                </a:tc>
                <a:tc>
                  <a:txBody>
                    <a:bodyPr/>
                    <a:lstStyle/>
                    <a:p>
                      <a:pPr algn="ctr"/>
                      <a:r>
                        <a:rPr lang="en-US" sz="900">
                          <a:effectLst/>
                        </a:rPr>
                        <a:t>53</a:t>
                      </a:r>
                      <a:endParaRPr lang="en-US" sz="900"/>
                    </a:p>
                  </a:txBody>
                  <a:tcPr marL="46729" marR="46729" marT="23365" marB="23365" anchor="ctr"/>
                </a:tc>
                <a:tc>
                  <a:txBody>
                    <a:bodyPr/>
                    <a:lstStyle/>
                    <a:p>
                      <a:pPr algn="ctr"/>
                      <a:r>
                        <a:rPr lang="en-US" sz="900">
                          <a:effectLst/>
                        </a:rPr>
                        <a:t>9.5</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1.2</a:t>
                      </a:r>
                      <a:endParaRPr lang="en-US" sz="900"/>
                    </a:p>
                  </a:txBody>
                  <a:tcPr marL="46729" marR="46729" marT="23365" marB="23365" anchor="ctr"/>
                </a:tc>
                <a:tc>
                  <a:txBody>
                    <a:bodyPr/>
                    <a:lstStyle/>
                    <a:p>
                      <a:pPr algn="ctr"/>
                      <a:r>
                        <a:rPr lang="en-US" sz="900">
                          <a:effectLst/>
                        </a:rPr>
                        <a:t>0.6</a:t>
                      </a:r>
                      <a:endParaRPr lang="en-US" sz="900"/>
                    </a:p>
                  </a:txBody>
                  <a:tcPr marL="46729" marR="46729" marT="23365" marB="23365" anchor="ctr"/>
                </a:tc>
                <a:tc>
                  <a:txBody>
                    <a:bodyPr/>
                    <a:lstStyle/>
                    <a:p>
                      <a:pPr algn="ctr"/>
                      <a:r>
                        <a:rPr lang="en-US" sz="900">
                          <a:effectLst/>
                        </a:rPr>
                        <a:t>25</a:t>
                      </a:r>
                      <a:endParaRPr lang="en-US" sz="900"/>
                    </a:p>
                  </a:txBody>
                  <a:tcPr marL="46729" marR="46729" marT="23365" marB="23365" anchor="ctr"/>
                </a:tc>
                <a:tc>
                  <a:txBody>
                    <a:bodyPr/>
                    <a:lstStyle/>
                    <a:p>
                      <a:pPr algn="ctr"/>
                      <a:r>
                        <a:rPr lang="en-US" sz="900">
                          <a:effectLst/>
                        </a:rPr>
                        <a:t>18</a:t>
                      </a:r>
                      <a:endParaRPr lang="en-US" sz="900"/>
                    </a:p>
                  </a:txBody>
                  <a:tcPr marL="46729" marR="46729" marT="23365" marB="23365" anchor="ctr"/>
                </a:tc>
                <a:extLst>
                  <a:ext uri="{0D108BD9-81ED-4DB2-BD59-A6C34878D82A}">
                    <a16:rowId xmlns:a16="http://schemas.microsoft.com/office/drawing/2014/main" val="86387609"/>
                  </a:ext>
                </a:extLst>
              </a:tr>
              <a:tr h="205125">
                <a:tc>
                  <a:txBody>
                    <a:bodyPr/>
                    <a:lstStyle/>
                    <a:p>
                      <a:pPr algn="ctr"/>
                      <a:r>
                        <a:rPr lang="en-US" sz="900">
                          <a:effectLst/>
                        </a:rPr>
                        <a:t>Anthony Davis</a:t>
                      </a:r>
                      <a:endParaRPr lang="en-US" sz="900"/>
                    </a:p>
                  </a:txBody>
                  <a:tcPr marL="46729" marR="46729" marT="23365" marB="23365" anchor="ctr"/>
                </a:tc>
                <a:tc>
                  <a:txBody>
                    <a:bodyPr/>
                    <a:lstStyle/>
                    <a:p>
                      <a:pPr algn="ctr"/>
                      <a:r>
                        <a:rPr lang="en-US" sz="900">
                          <a:effectLst/>
                        </a:rPr>
                        <a:t>57</a:t>
                      </a:r>
                      <a:endParaRPr lang="en-US" sz="900"/>
                    </a:p>
                  </a:txBody>
                  <a:tcPr marL="46729" marR="46729" marT="23365" marB="23365" anchor="ctr"/>
                </a:tc>
                <a:tc>
                  <a:txBody>
                    <a:bodyPr/>
                    <a:lstStyle/>
                    <a:p>
                      <a:pPr algn="ctr"/>
                      <a:r>
                        <a:rPr lang="en-US" sz="900">
                          <a:effectLst/>
                        </a:rPr>
                        <a:t>9.6</a:t>
                      </a:r>
                      <a:endParaRPr lang="en-US" sz="900"/>
                    </a:p>
                  </a:txBody>
                  <a:tcPr marL="46729" marR="46729" marT="23365" marB="23365" anchor="ctr"/>
                </a:tc>
                <a:tc>
                  <a:txBody>
                    <a:bodyPr/>
                    <a:lstStyle/>
                    <a:p>
                      <a:pPr algn="ctr"/>
                      <a:r>
                        <a:rPr lang="en-US" sz="900">
                          <a:effectLst/>
                        </a:rPr>
                        <a:t>0.3</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25</a:t>
                      </a:r>
                      <a:endParaRPr lang="en-US" sz="900"/>
                    </a:p>
                  </a:txBody>
                  <a:tcPr marL="46729" marR="46729" marT="23365" marB="23365" anchor="ctr"/>
                </a:tc>
                <a:tc>
                  <a:txBody>
                    <a:bodyPr/>
                    <a:lstStyle/>
                    <a:p>
                      <a:pPr algn="ctr"/>
                      <a:r>
                        <a:rPr lang="en-US" sz="900">
                          <a:effectLst/>
                        </a:rPr>
                        <a:t>19</a:t>
                      </a:r>
                      <a:endParaRPr lang="en-US" sz="900"/>
                    </a:p>
                  </a:txBody>
                  <a:tcPr marL="46729" marR="46729" marT="23365" marB="23365" anchor="ctr"/>
                </a:tc>
                <a:extLst>
                  <a:ext uri="{0D108BD9-81ED-4DB2-BD59-A6C34878D82A}">
                    <a16:rowId xmlns:a16="http://schemas.microsoft.com/office/drawing/2014/main" val="368673948"/>
                  </a:ext>
                </a:extLst>
              </a:tr>
              <a:tr h="205125">
                <a:tc>
                  <a:txBody>
                    <a:bodyPr/>
                    <a:lstStyle/>
                    <a:p>
                      <a:pPr algn="ctr"/>
                      <a:r>
                        <a:rPr lang="en-US" sz="900">
                          <a:effectLst/>
                        </a:rPr>
                        <a:t>Desmond Bane</a:t>
                      </a:r>
                      <a:endParaRPr lang="en-US" sz="900"/>
                    </a:p>
                  </a:txBody>
                  <a:tcPr marL="46729" marR="46729" marT="23365" marB="23365" anchor="ctr"/>
                </a:tc>
                <a:tc>
                  <a:txBody>
                    <a:bodyPr/>
                    <a:lstStyle/>
                    <a:p>
                      <a:pPr algn="ctr"/>
                      <a:r>
                        <a:rPr lang="en-US" sz="900">
                          <a:effectLst/>
                        </a:rPr>
                        <a:t>37</a:t>
                      </a:r>
                      <a:endParaRPr lang="en-US" sz="900"/>
                    </a:p>
                  </a:txBody>
                  <a:tcPr marL="46729" marR="46729" marT="23365" marB="23365" anchor="ctr"/>
                </a:tc>
                <a:tc>
                  <a:txBody>
                    <a:bodyPr/>
                    <a:lstStyle/>
                    <a:p>
                      <a:pPr algn="ctr"/>
                      <a:r>
                        <a:rPr lang="en-US" sz="900">
                          <a:effectLst/>
                        </a:rPr>
                        <a:t>8.9</a:t>
                      </a:r>
                      <a:endParaRPr lang="en-US" sz="900"/>
                    </a:p>
                  </a:txBody>
                  <a:tcPr marL="46729" marR="46729" marT="23365" marB="23365" anchor="ctr"/>
                </a:tc>
                <a:tc>
                  <a:txBody>
                    <a:bodyPr/>
                    <a:lstStyle/>
                    <a:p>
                      <a:pPr algn="ctr"/>
                      <a:r>
                        <a:rPr lang="en-US" sz="900">
                          <a:effectLst/>
                        </a:rPr>
                        <a:t>3.3</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20</a:t>
                      </a:r>
                      <a:endParaRPr lang="en-US" sz="900"/>
                    </a:p>
                  </a:txBody>
                  <a:tcPr marL="46729" marR="46729" marT="23365" marB="23365" anchor="ctr"/>
                </a:tc>
                <a:extLst>
                  <a:ext uri="{0D108BD9-81ED-4DB2-BD59-A6C34878D82A}">
                    <a16:rowId xmlns:a16="http://schemas.microsoft.com/office/drawing/2014/main" val="4228670888"/>
                  </a:ext>
                </a:extLst>
              </a:tr>
              <a:tr h="205125">
                <a:tc>
                  <a:txBody>
                    <a:bodyPr/>
                    <a:lstStyle/>
                    <a:p>
                      <a:pPr algn="ctr"/>
                      <a:r>
                        <a:rPr lang="en-US" sz="900">
                          <a:effectLst/>
                        </a:rPr>
                        <a:t>Damian Lillard</a:t>
                      </a:r>
                      <a:endParaRPr lang="en-US" sz="900"/>
                    </a:p>
                  </a:txBody>
                  <a:tcPr marL="46729" marR="46729" marT="23365" marB="23365" anchor="ctr"/>
                </a:tc>
                <a:tc>
                  <a:txBody>
                    <a:bodyPr/>
                    <a:lstStyle/>
                    <a:p>
                      <a:pPr algn="ctr"/>
                      <a:r>
                        <a:rPr lang="en-US" sz="900">
                          <a:effectLst/>
                        </a:rPr>
                        <a:t>56</a:t>
                      </a:r>
                      <a:endParaRPr lang="en-US" sz="900"/>
                    </a:p>
                  </a:txBody>
                  <a:tcPr marL="46729" marR="46729" marT="23365" marB="23365" anchor="ctr"/>
                </a:tc>
                <a:tc>
                  <a:txBody>
                    <a:bodyPr/>
                    <a:lstStyle/>
                    <a:p>
                      <a:pPr algn="ctr"/>
                      <a:r>
                        <a:rPr lang="en-US" sz="900">
                          <a:effectLst/>
                        </a:rPr>
                        <a:t>7.3</a:t>
                      </a:r>
                      <a:endParaRPr lang="en-US" sz="900"/>
                    </a:p>
                  </a:txBody>
                  <a:tcPr marL="46729" marR="46729" marT="23365" marB="23365" anchor="ctr"/>
                </a:tc>
                <a:tc>
                  <a:txBody>
                    <a:bodyPr/>
                    <a:lstStyle/>
                    <a:p>
                      <a:pPr algn="ctr"/>
                      <a:r>
                        <a:rPr lang="en-US" sz="900">
                          <a:effectLst/>
                        </a:rPr>
                        <a:t>2.9</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tc>
                  <a:txBody>
                    <a:bodyPr/>
                    <a:lstStyle/>
                    <a:p>
                      <a:pPr algn="ctr"/>
                      <a:r>
                        <a:rPr lang="en-US" sz="900">
                          <a:effectLst/>
                        </a:rPr>
                        <a:t>0.2</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21</a:t>
                      </a:r>
                      <a:endParaRPr lang="en-US" sz="900"/>
                    </a:p>
                  </a:txBody>
                  <a:tcPr marL="46729" marR="46729" marT="23365" marB="23365" anchor="ctr"/>
                </a:tc>
                <a:extLst>
                  <a:ext uri="{0D108BD9-81ED-4DB2-BD59-A6C34878D82A}">
                    <a16:rowId xmlns:a16="http://schemas.microsoft.com/office/drawing/2014/main" val="2160512991"/>
                  </a:ext>
                </a:extLst>
              </a:tr>
              <a:tr h="205125">
                <a:tc>
                  <a:txBody>
                    <a:bodyPr/>
                    <a:lstStyle/>
                    <a:p>
                      <a:pPr algn="ctr"/>
                      <a:r>
                        <a:rPr lang="en-US" sz="900">
                          <a:effectLst/>
                        </a:rPr>
                        <a:t>Kawhi Leonard</a:t>
                      </a:r>
                      <a:endParaRPr lang="en-US" sz="900"/>
                    </a:p>
                  </a:txBody>
                  <a:tcPr marL="46729" marR="46729" marT="23365" marB="23365" anchor="ctr"/>
                </a:tc>
                <a:tc>
                  <a:txBody>
                    <a:bodyPr/>
                    <a:lstStyle/>
                    <a:p>
                      <a:pPr algn="ctr"/>
                      <a:r>
                        <a:rPr lang="en-US" sz="900">
                          <a:effectLst/>
                        </a:rPr>
                        <a:t>53</a:t>
                      </a:r>
                      <a:endParaRPr lang="en-US" sz="900"/>
                    </a:p>
                  </a:txBody>
                  <a:tcPr marL="46729" marR="46729" marT="23365" marB="23365" anchor="ctr"/>
                </a:tc>
                <a:tc>
                  <a:txBody>
                    <a:bodyPr/>
                    <a:lstStyle/>
                    <a:p>
                      <a:pPr algn="ctr"/>
                      <a:r>
                        <a:rPr lang="en-US" sz="900">
                          <a:effectLst/>
                        </a:rPr>
                        <a:t>9</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1.7</a:t>
                      </a:r>
                      <a:endParaRPr lang="en-US" sz="900"/>
                    </a:p>
                  </a:txBody>
                  <a:tcPr marL="46729" marR="46729" marT="23365" marB="23365" anchor="ctr"/>
                </a:tc>
                <a:tc>
                  <a:txBody>
                    <a:bodyPr/>
                    <a:lstStyle/>
                    <a:p>
                      <a:pPr algn="ctr"/>
                      <a:r>
                        <a:rPr lang="en-US" sz="900">
                          <a:effectLst/>
                        </a:rPr>
                        <a:t>0.8</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extLst>
                  <a:ext uri="{0D108BD9-81ED-4DB2-BD59-A6C34878D82A}">
                    <a16:rowId xmlns:a16="http://schemas.microsoft.com/office/drawing/2014/main" val="3581584495"/>
                  </a:ext>
                </a:extLst>
              </a:tr>
              <a:tr h="205125">
                <a:tc>
                  <a:txBody>
                    <a:bodyPr/>
                    <a:lstStyle/>
                    <a:p>
                      <a:pPr algn="ctr"/>
                      <a:r>
                        <a:rPr lang="en-US" sz="900">
                          <a:effectLst/>
                        </a:rPr>
                        <a:t>Julius Randle</a:t>
                      </a:r>
                      <a:endParaRPr lang="en-US" sz="900"/>
                    </a:p>
                  </a:txBody>
                  <a:tcPr marL="46729" marR="46729" marT="23365" marB="23365" anchor="ctr"/>
                </a:tc>
                <a:tc>
                  <a:txBody>
                    <a:bodyPr/>
                    <a:lstStyle/>
                    <a:p>
                      <a:pPr algn="ctr"/>
                      <a:r>
                        <a:rPr lang="en-US" sz="900">
                          <a:effectLst/>
                        </a:rPr>
                        <a:t>46</a:t>
                      </a:r>
                      <a:endParaRPr lang="en-US" sz="900"/>
                    </a:p>
                  </a:txBody>
                  <a:tcPr marL="46729" marR="46729" marT="23365" marB="23365" anchor="ctr"/>
                </a:tc>
                <a:tc>
                  <a:txBody>
                    <a:bodyPr/>
                    <a:lstStyle/>
                    <a:p>
                      <a:pPr algn="ctr"/>
                      <a:r>
                        <a:rPr lang="en-US" sz="900">
                          <a:effectLst/>
                        </a:rPr>
                        <a:t>8.6</a:t>
                      </a:r>
                      <a:endParaRPr lang="en-US" sz="900"/>
                    </a:p>
                  </a:txBody>
                  <a:tcPr marL="46729" marR="46729" marT="23365" marB="23365" anchor="ctr"/>
                </a:tc>
                <a:tc>
                  <a:txBody>
                    <a:bodyPr/>
                    <a:lstStyle/>
                    <a:p>
                      <a:pPr algn="ctr"/>
                      <a:r>
                        <a:rPr lang="en-US" sz="900">
                          <a:effectLst/>
                        </a:rPr>
                        <a:t>1.7</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0.3</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23</a:t>
                      </a:r>
                      <a:endParaRPr lang="en-US" sz="900"/>
                    </a:p>
                  </a:txBody>
                  <a:tcPr marL="46729" marR="46729" marT="23365" marB="23365" anchor="ctr"/>
                </a:tc>
                <a:extLst>
                  <a:ext uri="{0D108BD9-81ED-4DB2-BD59-A6C34878D82A}">
                    <a16:rowId xmlns:a16="http://schemas.microsoft.com/office/drawing/2014/main" val="4213972161"/>
                  </a:ext>
                </a:extLst>
              </a:tr>
              <a:tr h="205125">
                <a:tc>
                  <a:txBody>
                    <a:bodyPr/>
                    <a:lstStyle/>
                    <a:p>
                      <a:pPr algn="ctr"/>
                      <a:r>
                        <a:rPr lang="en-US" sz="900">
                          <a:effectLst/>
                        </a:rPr>
                        <a:t>LaMelo Ball</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8.3</a:t>
                      </a:r>
                      <a:endParaRPr lang="en-US" sz="900"/>
                    </a:p>
                  </a:txBody>
                  <a:tcPr marL="46729" marR="46729" marT="23365" marB="23365" anchor="ctr"/>
                </a:tc>
                <a:tc>
                  <a:txBody>
                    <a:bodyPr/>
                    <a:lstStyle/>
                    <a:p>
                      <a:pPr algn="ctr"/>
                      <a:r>
                        <a:rPr lang="en-US" sz="900">
                          <a:effectLst/>
                        </a:rPr>
                        <a:t>3.2</a:t>
                      </a:r>
                      <a:endParaRPr lang="en-US" sz="900"/>
                    </a:p>
                  </a:txBody>
                  <a:tcPr marL="46729" marR="46729" marT="23365" marB="23365" anchor="ctr"/>
                </a:tc>
                <a:tc>
                  <a:txBody>
                    <a:bodyPr/>
                    <a:lstStyle/>
                    <a:p>
                      <a:pPr algn="ctr"/>
                      <a:r>
                        <a:rPr lang="en-US" sz="900">
                          <a:effectLst/>
                        </a:rPr>
                        <a:t>1.8</a:t>
                      </a:r>
                      <a:endParaRPr lang="en-US" sz="900"/>
                    </a:p>
                  </a:txBody>
                  <a:tcPr marL="46729" marR="46729" marT="23365" marB="23365" anchor="ctr"/>
                </a:tc>
                <a:tc>
                  <a:txBody>
                    <a:bodyPr/>
                    <a:lstStyle/>
                    <a:p>
                      <a:pPr algn="ctr"/>
                      <a:r>
                        <a:rPr lang="en-US" sz="900">
                          <a:effectLst/>
                        </a:rPr>
                        <a:t>0.2</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tc>
                  <a:txBody>
                    <a:bodyPr/>
                    <a:lstStyle/>
                    <a:p>
                      <a:pPr algn="ctr"/>
                      <a:r>
                        <a:rPr lang="en-US" sz="900">
                          <a:effectLst/>
                        </a:rPr>
                        <a:t>24</a:t>
                      </a:r>
                      <a:endParaRPr lang="en-US" sz="900"/>
                    </a:p>
                  </a:txBody>
                  <a:tcPr marL="46729" marR="46729" marT="23365" marB="23365" anchor="ctr"/>
                </a:tc>
                <a:extLst>
                  <a:ext uri="{0D108BD9-81ED-4DB2-BD59-A6C34878D82A}">
                    <a16:rowId xmlns:a16="http://schemas.microsoft.com/office/drawing/2014/main" val="4284347780"/>
                  </a:ext>
                </a:extLst>
              </a:tr>
              <a:tr h="205125">
                <a:tc>
                  <a:txBody>
                    <a:bodyPr/>
                    <a:lstStyle/>
                    <a:p>
                      <a:pPr algn="ctr"/>
                      <a:r>
                        <a:rPr lang="en-US" sz="900">
                          <a:effectLst/>
                        </a:rPr>
                        <a:t>Lauri Markkanen</a:t>
                      </a:r>
                      <a:endParaRPr lang="en-US" sz="900"/>
                    </a:p>
                  </a:txBody>
                  <a:tcPr marL="46729" marR="46729" marT="23365" marB="23365" anchor="ctr"/>
                </a:tc>
                <a:tc>
                  <a:txBody>
                    <a:bodyPr/>
                    <a:lstStyle/>
                    <a:p>
                      <a:pPr algn="ctr"/>
                      <a:r>
                        <a:rPr lang="en-US" sz="900">
                          <a:effectLst/>
                        </a:rPr>
                        <a:t>50</a:t>
                      </a:r>
                      <a:endParaRPr lang="en-US" sz="900"/>
                    </a:p>
                  </a:txBody>
                  <a:tcPr marL="46729" marR="46729" marT="23365" marB="23365" anchor="ctr"/>
                </a:tc>
                <a:tc>
                  <a:txBody>
                    <a:bodyPr/>
                    <a:lstStyle/>
                    <a:p>
                      <a:pPr algn="ctr"/>
                      <a:r>
                        <a:rPr lang="en-US" sz="900">
                          <a:effectLst/>
                        </a:rPr>
                        <a:t>7.8</a:t>
                      </a:r>
                      <a:endParaRPr lang="en-US" sz="900"/>
                    </a:p>
                  </a:txBody>
                  <a:tcPr marL="46729" marR="46729" marT="23365" marB="23365" anchor="ctr"/>
                </a:tc>
                <a:tc>
                  <a:txBody>
                    <a:bodyPr/>
                    <a:lstStyle/>
                    <a:p>
                      <a:pPr algn="ctr"/>
                      <a:r>
                        <a:rPr lang="en-US" sz="900">
                          <a:effectLst/>
                        </a:rPr>
                        <a:t>3.2</a:t>
                      </a:r>
                      <a:endParaRPr lang="en-US" sz="900"/>
                    </a:p>
                  </a:txBody>
                  <a:tcPr marL="46729" marR="46729" marT="23365" marB="23365" anchor="ctr"/>
                </a:tc>
                <a:tc>
                  <a:txBody>
                    <a:bodyPr/>
                    <a:lstStyle/>
                    <a:p>
                      <a:pPr algn="ctr"/>
                      <a:r>
                        <a:rPr lang="en-US" sz="900">
                          <a:effectLst/>
                        </a:rPr>
                        <a:t>0.8</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23</a:t>
                      </a:r>
                      <a:endParaRPr lang="en-US" sz="900"/>
                    </a:p>
                  </a:txBody>
                  <a:tcPr marL="46729" marR="46729" marT="23365" marB="23365" anchor="ctr"/>
                </a:tc>
                <a:tc>
                  <a:txBody>
                    <a:bodyPr/>
                    <a:lstStyle/>
                    <a:p>
                      <a:pPr algn="ctr"/>
                      <a:r>
                        <a:rPr lang="en-US" sz="900">
                          <a:effectLst/>
                        </a:rPr>
                        <a:t>25</a:t>
                      </a:r>
                      <a:endParaRPr lang="en-US" sz="900"/>
                    </a:p>
                  </a:txBody>
                  <a:tcPr marL="46729" marR="46729" marT="23365" marB="23365" anchor="ctr"/>
                </a:tc>
                <a:extLst>
                  <a:ext uri="{0D108BD9-81ED-4DB2-BD59-A6C34878D82A}">
                    <a16:rowId xmlns:a16="http://schemas.microsoft.com/office/drawing/2014/main" val="465816742"/>
                  </a:ext>
                </a:extLst>
              </a:tr>
              <a:tr h="205125">
                <a:tc>
                  <a:txBody>
                    <a:bodyPr/>
                    <a:lstStyle/>
                    <a:p>
                      <a:pPr algn="ctr"/>
                      <a:r>
                        <a:rPr lang="en-US" sz="900">
                          <a:effectLst/>
                        </a:rPr>
                        <a:t>Paolo Banchero</a:t>
                      </a:r>
                      <a:endParaRPr lang="en-US" sz="900"/>
                    </a:p>
                  </a:txBody>
                  <a:tcPr marL="46729" marR="46729" marT="23365" marB="23365" anchor="ctr"/>
                </a:tc>
                <a:tc>
                  <a:txBody>
                    <a:bodyPr/>
                    <a:lstStyle/>
                    <a:p>
                      <a:pPr algn="ctr"/>
                      <a:r>
                        <a:rPr lang="en-US" sz="900">
                          <a:effectLst/>
                        </a:rPr>
                        <a:t>58</a:t>
                      </a:r>
                      <a:endParaRPr lang="en-US" sz="900"/>
                    </a:p>
                  </a:txBody>
                  <a:tcPr marL="46729" marR="46729" marT="23365" marB="23365" anchor="ctr"/>
                </a:tc>
                <a:tc>
                  <a:txBody>
                    <a:bodyPr/>
                    <a:lstStyle/>
                    <a:p>
                      <a:pPr algn="ctr"/>
                      <a:r>
                        <a:rPr lang="en-US" sz="900">
                          <a:effectLst/>
                        </a:rPr>
                        <a:t>8.1</a:t>
                      </a:r>
                      <a:endParaRPr lang="en-US" sz="900"/>
                    </a:p>
                  </a:txBody>
                  <a:tcPr marL="46729" marR="46729" marT="23365" marB="23365" anchor="ctr"/>
                </a:tc>
                <a:tc>
                  <a:txBody>
                    <a:bodyPr/>
                    <a:lstStyle/>
                    <a:p>
                      <a:pPr algn="ctr"/>
                      <a:r>
                        <a:rPr lang="en-US" sz="900">
                          <a:effectLst/>
                        </a:rPr>
                        <a:t>1.5</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23</a:t>
                      </a:r>
                      <a:endParaRPr lang="en-US" sz="900"/>
                    </a:p>
                  </a:txBody>
                  <a:tcPr marL="46729" marR="46729" marT="23365" marB="23365" anchor="ctr"/>
                </a:tc>
                <a:tc>
                  <a:txBody>
                    <a:bodyPr/>
                    <a:lstStyle/>
                    <a:p>
                      <a:pPr algn="ctr"/>
                      <a:r>
                        <a:rPr lang="en-US" sz="900">
                          <a:effectLst/>
                        </a:rPr>
                        <a:t>26</a:t>
                      </a:r>
                      <a:endParaRPr lang="en-US" sz="900"/>
                    </a:p>
                  </a:txBody>
                  <a:tcPr marL="46729" marR="46729" marT="23365" marB="23365" anchor="ctr"/>
                </a:tc>
                <a:extLst>
                  <a:ext uri="{0D108BD9-81ED-4DB2-BD59-A6C34878D82A}">
                    <a16:rowId xmlns:a16="http://schemas.microsoft.com/office/drawing/2014/main" val="3806754521"/>
                  </a:ext>
                </a:extLst>
              </a:tr>
              <a:tr h="205125">
                <a:tc>
                  <a:txBody>
                    <a:bodyPr/>
                    <a:lstStyle/>
                    <a:p>
                      <a:pPr algn="ctr"/>
                      <a:r>
                        <a:rPr lang="en-US" sz="900">
                          <a:effectLst/>
                        </a:rPr>
                        <a:t>DeMar DeRozan</a:t>
                      </a:r>
                      <a:endParaRPr lang="en-US" sz="900"/>
                    </a:p>
                  </a:txBody>
                  <a:tcPr marL="46729" marR="46729" marT="23365" marB="23365" anchor="ctr"/>
                </a:tc>
                <a:tc>
                  <a:txBody>
                    <a:bodyPr/>
                    <a:lstStyle/>
                    <a:p>
                      <a:pPr algn="ctr"/>
                      <a:r>
                        <a:rPr lang="en-US" sz="900">
                          <a:effectLst/>
                        </a:rPr>
                        <a:t>58</a:t>
                      </a:r>
                      <a:endParaRPr lang="en-US" sz="900"/>
                    </a:p>
                  </a:txBody>
                  <a:tcPr marL="46729" marR="46729" marT="23365" marB="23365" anchor="ctr"/>
                </a:tc>
                <a:tc>
                  <a:txBody>
                    <a:bodyPr/>
                    <a:lstStyle/>
                    <a:p>
                      <a:pPr algn="ctr"/>
                      <a:r>
                        <a:rPr lang="en-US" sz="900">
                          <a:effectLst/>
                        </a:rPr>
                        <a:t>7.8</a:t>
                      </a:r>
                      <a:endParaRPr lang="en-US" sz="900"/>
                    </a:p>
                  </a:txBody>
                  <a:tcPr marL="46729" marR="46729" marT="23365" marB="23365" anchor="ctr"/>
                </a:tc>
                <a:tc>
                  <a:txBody>
                    <a:bodyPr/>
                    <a:lstStyle/>
                    <a:p>
                      <a:pPr algn="ctr"/>
                      <a:r>
                        <a:rPr lang="en-US" sz="900">
                          <a:effectLst/>
                        </a:rPr>
                        <a:t>0.9</a:t>
                      </a:r>
                      <a:endParaRPr lang="en-US" sz="900"/>
                    </a:p>
                  </a:txBody>
                  <a:tcPr marL="46729" marR="46729" marT="23365" marB="23365" anchor="ctr"/>
                </a:tc>
                <a:tc>
                  <a:txBody>
                    <a:bodyPr/>
                    <a:lstStyle/>
                    <a:p>
                      <a:pPr algn="ctr"/>
                      <a:r>
                        <a:rPr lang="en-US" sz="900">
                          <a:effectLst/>
                        </a:rPr>
                        <a:t>1.1</a:t>
                      </a:r>
                      <a:endParaRPr lang="en-US" sz="900"/>
                    </a:p>
                  </a:txBody>
                  <a:tcPr marL="46729" marR="46729" marT="23365" marB="23365" anchor="ctr"/>
                </a:tc>
                <a:tc>
                  <a:txBody>
                    <a:bodyPr/>
                    <a:lstStyle/>
                    <a:p>
                      <a:pPr algn="ctr"/>
                      <a:r>
                        <a:rPr lang="en-US" sz="900">
                          <a:effectLst/>
                        </a:rPr>
                        <a:t>0.6</a:t>
                      </a:r>
                      <a:endParaRPr lang="en-US" sz="900"/>
                    </a:p>
                  </a:txBody>
                  <a:tcPr marL="46729" marR="46729" marT="23365" marB="23365" anchor="ctr"/>
                </a:tc>
                <a:tc>
                  <a:txBody>
                    <a:bodyPr/>
                    <a:lstStyle/>
                    <a:p>
                      <a:pPr algn="ctr"/>
                      <a:r>
                        <a:rPr lang="en-US" sz="900">
                          <a:effectLst/>
                        </a:rPr>
                        <a:t>23</a:t>
                      </a:r>
                      <a:endParaRPr lang="en-US" sz="900"/>
                    </a:p>
                  </a:txBody>
                  <a:tcPr marL="46729" marR="46729" marT="23365" marB="23365" anchor="ctr"/>
                </a:tc>
                <a:tc>
                  <a:txBody>
                    <a:bodyPr/>
                    <a:lstStyle/>
                    <a:p>
                      <a:pPr algn="ctr"/>
                      <a:r>
                        <a:rPr lang="en-US" sz="900">
                          <a:effectLst/>
                        </a:rPr>
                        <a:t>27</a:t>
                      </a:r>
                      <a:endParaRPr lang="en-US" sz="900"/>
                    </a:p>
                  </a:txBody>
                  <a:tcPr marL="46729" marR="46729" marT="23365" marB="23365" anchor="ctr"/>
                </a:tc>
                <a:extLst>
                  <a:ext uri="{0D108BD9-81ED-4DB2-BD59-A6C34878D82A}">
                    <a16:rowId xmlns:a16="http://schemas.microsoft.com/office/drawing/2014/main" val="2938834796"/>
                  </a:ext>
                </a:extLst>
              </a:tr>
              <a:tr h="205125">
                <a:tc>
                  <a:txBody>
                    <a:bodyPr/>
                    <a:lstStyle/>
                    <a:p>
                      <a:pPr algn="ctr"/>
                      <a:r>
                        <a:rPr lang="en-US" sz="900">
                          <a:effectLst/>
                        </a:rPr>
                        <a:t>Anfernee Simons</a:t>
                      </a:r>
                      <a:endParaRPr lang="en-US" sz="900"/>
                    </a:p>
                  </a:txBody>
                  <a:tcPr marL="46729" marR="46729" marT="23365" marB="23365" anchor="ctr"/>
                </a:tc>
                <a:tc>
                  <a:txBody>
                    <a:bodyPr/>
                    <a:lstStyle/>
                    <a:p>
                      <a:pPr algn="ctr"/>
                      <a:r>
                        <a:rPr lang="en-US" sz="900">
                          <a:effectLst/>
                        </a:rPr>
                        <a:t>35</a:t>
                      </a:r>
                      <a:endParaRPr lang="en-US" sz="900"/>
                    </a:p>
                  </a:txBody>
                  <a:tcPr marL="46729" marR="46729" marT="23365" marB="23365" anchor="ctr"/>
                </a:tc>
                <a:tc>
                  <a:txBody>
                    <a:bodyPr/>
                    <a:lstStyle/>
                    <a:p>
                      <a:pPr algn="ctr"/>
                      <a:r>
                        <a:rPr lang="en-US" sz="900">
                          <a:effectLst/>
                        </a:rPr>
                        <a:t>7.7</a:t>
                      </a:r>
                      <a:endParaRPr lang="en-US" sz="900"/>
                    </a:p>
                  </a:txBody>
                  <a:tcPr marL="46729" marR="46729" marT="23365" marB="23365" anchor="ctr"/>
                </a:tc>
                <a:tc>
                  <a:txBody>
                    <a:bodyPr/>
                    <a:lstStyle/>
                    <a:p>
                      <a:pPr algn="ctr"/>
                      <a:r>
                        <a:rPr lang="en-US" sz="900">
                          <a:effectLst/>
                        </a:rPr>
                        <a:t>3.3</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0.1</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28</a:t>
                      </a:r>
                      <a:endParaRPr lang="en-US" sz="900"/>
                    </a:p>
                  </a:txBody>
                  <a:tcPr marL="46729" marR="46729" marT="23365" marB="23365" anchor="ctr"/>
                </a:tc>
                <a:extLst>
                  <a:ext uri="{0D108BD9-81ED-4DB2-BD59-A6C34878D82A}">
                    <a16:rowId xmlns:a16="http://schemas.microsoft.com/office/drawing/2014/main" val="292289198"/>
                  </a:ext>
                </a:extLst>
              </a:tr>
              <a:tr h="205125">
                <a:tc>
                  <a:txBody>
                    <a:bodyPr/>
                    <a:lstStyle/>
                    <a:p>
                      <a:pPr algn="ctr"/>
                      <a:r>
                        <a:rPr lang="en-US" sz="900">
                          <a:effectLst/>
                        </a:rPr>
                        <a:t>Kyle Kuzma</a:t>
                      </a:r>
                      <a:endParaRPr lang="en-US" sz="900"/>
                    </a:p>
                  </a:txBody>
                  <a:tcPr marL="46729" marR="46729" marT="23365" marB="23365" anchor="ctr"/>
                </a:tc>
                <a:tc>
                  <a:txBody>
                    <a:bodyPr/>
                    <a:lstStyle/>
                    <a:p>
                      <a:pPr algn="ctr"/>
                      <a:r>
                        <a:rPr lang="en-US" sz="900">
                          <a:effectLst/>
                        </a:rPr>
                        <a:t>58</a:t>
                      </a:r>
                      <a:endParaRPr lang="en-US" sz="900"/>
                    </a:p>
                  </a:txBody>
                  <a:tcPr marL="46729" marR="46729" marT="23365" marB="23365" anchor="ctr"/>
                </a:tc>
                <a:tc>
                  <a:txBody>
                    <a:bodyPr/>
                    <a:lstStyle/>
                    <a:p>
                      <a:pPr algn="ctr"/>
                      <a:r>
                        <a:rPr lang="en-US" sz="900">
                          <a:effectLst/>
                        </a:rPr>
                        <a:t>8.7</a:t>
                      </a:r>
                      <a:endParaRPr lang="en-US" sz="900"/>
                    </a:p>
                  </a:txBody>
                  <a:tcPr marL="46729" marR="46729" marT="23365" marB="23365" anchor="ctr"/>
                </a:tc>
                <a:tc>
                  <a:txBody>
                    <a:bodyPr/>
                    <a:lstStyle/>
                    <a:p>
                      <a:pPr algn="ctr"/>
                      <a:r>
                        <a:rPr lang="en-US" sz="900">
                          <a:effectLst/>
                        </a:rPr>
                        <a:t>2.3</a:t>
                      </a:r>
                      <a:endParaRPr lang="en-US" sz="900"/>
                    </a:p>
                  </a:txBody>
                  <a:tcPr marL="46729" marR="46729" marT="23365" marB="23365" anchor="ctr"/>
                </a:tc>
                <a:tc>
                  <a:txBody>
                    <a:bodyPr/>
                    <a:lstStyle/>
                    <a:p>
                      <a:pPr algn="ctr"/>
                      <a:r>
                        <a:rPr lang="en-US" sz="900">
                          <a:effectLst/>
                        </a:rPr>
                        <a:t>0.5</a:t>
                      </a:r>
                      <a:endParaRPr lang="en-US" sz="900"/>
                    </a:p>
                  </a:txBody>
                  <a:tcPr marL="46729" marR="46729" marT="23365" marB="23365" anchor="ctr"/>
                </a:tc>
                <a:tc>
                  <a:txBody>
                    <a:bodyPr/>
                    <a:lstStyle/>
                    <a:p>
                      <a:pPr algn="ctr"/>
                      <a:r>
                        <a:rPr lang="en-US" sz="900">
                          <a:effectLst/>
                        </a:rPr>
                        <a:t>0.7</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29</a:t>
                      </a:r>
                      <a:endParaRPr lang="en-US" sz="900"/>
                    </a:p>
                  </a:txBody>
                  <a:tcPr marL="46729" marR="46729" marT="23365" marB="23365" anchor="ctr"/>
                </a:tc>
                <a:extLst>
                  <a:ext uri="{0D108BD9-81ED-4DB2-BD59-A6C34878D82A}">
                    <a16:rowId xmlns:a16="http://schemas.microsoft.com/office/drawing/2014/main" val="2199992842"/>
                  </a:ext>
                </a:extLst>
              </a:tr>
              <a:tr h="205125">
                <a:tc>
                  <a:txBody>
                    <a:bodyPr/>
                    <a:lstStyle/>
                    <a:p>
                      <a:pPr algn="ctr"/>
                      <a:r>
                        <a:rPr lang="en-US" sz="900">
                          <a:effectLst/>
                        </a:rPr>
                        <a:t>Jimmy Butler</a:t>
                      </a:r>
                      <a:endParaRPr lang="en-US" sz="900"/>
                    </a:p>
                  </a:txBody>
                  <a:tcPr marL="46729" marR="46729" marT="23365" marB="23365" anchor="ctr"/>
                </a:tc>
                <a:tc>
                  <a:txBody>
                    <a:bodyPr/>
                    <a:lstStyle/>
                    <a:p>
                      <a:pPr algn="ctr"/>
                      <a:r>
                        <a:rPr lang="en-US" sz="900">
                          <a:effectLst/>
                        </a:rPr>
                        <a:t>40</a:t>
                      </a:r>
                      <a:endParaRPr lang="en-US" sz="900"/>
                    </a:p>
                  </a:txBody>
                  <a:tcPr marL="46729" marR="46729" marT="23365" marB="23365" anchor="ctr"/>
                </a:tc>
                <a:tc>
                  <a:txBody>
                    <a:bodyPr/>
                    <a:lstStyle/>
                    <a:p>
                      <a:pPr algn="ctr"/>
                      <a:r>
                        <a:rPr lang="en-US" sz="900">
                          <a:effectLst/>
                        </a:rPr>
                        <a:t>6.7</a:t>
                      </a:r>
                      <a:endParaRPr lang="en-US" sz="900"/>
                    </a:p>
                  </a:txBody>
                  <a:tcPr marL="46729" marR="46729" marT="23365" marB="23365" anchor="ctr"/>
                </a:tc>
                <a:tc>
                  <a:txBody>
                    <a:bodyPr/>
                    <a:lstStyle/>
                    <a:p>
                      <a:pPr algn="ctr"/>
                      <a:r>
                        <a:rPr lang="en-US" sz="900">
                          <a:effectLst/>
                        </a:rPr>
                        <a:t>1</a:t>
                      </a:r>
                      <a:endParaRPr lang="en-US" sz="900"/>
                    </a:p>
                  </a:txBody>
                  <a:tcPr marL="46729" marR="46729" marT="23365" marB="23365" anchor="ctr"/>
                </a:tc>
                <a:tc>
                  <a:txBody>
                    <a:bodyPr/>
                    <a:lstStyle/>
                    <a:p>
                      <a:pPr algn="ctr"/>
                      <a:r>
                        <a:rPr lang="en-US" sz="900">
                          <a:effectLst/>
                        </a:rPr>
                        <a:t>1.4</a:t>
                      </a:r>
                      <a:endParaRPr lang="en-US" sz="900"/>
                    </a:p>
                  </a:txBody>
                  <a:tcPr marL="46729" marR="46729" marT="23365" marB="23365" anchor="ctr"/>
                </a:tc>
                <a:tc>
                  <a:txBody>
                    <a:bodyPr/>
                    <a:lstStyle/>
                    <a:p>
                      <a:pPr algn="ctr"/>
                      <a:r>
                        <a:rPr lang="en-US" sz="900">
                          <a:effectLst/>
                        </a:rPr>
                        <a:t>0.4</a:t>
                      </a:r>
                      <a:endParaRPr lang="en-US" sz="900"/>
                    </a:p>
                  </a:txBody>
                  <a:tcPr marL="46729" marR="46729" marT="23365" marB="23365" anchor="ctr"/>
                </a:tc>
                <a:tc>
                  <a:txBody>
                    <a:bodyPr/>
                    <a:lstStyle/>
                    <a:p>
                      <a:pPr algn="ctr"/>
                      <a:r>
                        <a:rPr lang="en-US" sz="900">
                          <a:effectLst/>
                        </a:rPr>
                        <a:t>22</a:t>
                      </a:r>
                      <a:endParaRPr lang="en-US" sz="900"/>
                    </a:p>
                  </a:txBody>
                  <a:tcPr marL="46729" marR="46729" marT="23365" marB="23365" anchor="ctr"/>
                </a:tc>
                <a:tc>
                  <a:txBody>
                    <a:bodyPr/>
                    <a:lstStyle/>
                    <a:p>
                      <a:pPr algn="ctr"/>
                      <a:r>
                        <a:rPr lang="en-US" sz="900">
                          <a:effectLst/>
                        </a:rPr>
                        <a:t>30</a:t>
                      </a:r>
                      <a:endParaRPr lang="en-US" sz="900"/>
                    </a:p>
                  </a:txBody>
                  <a:tcPr marL="46729" marR="46729" marT="23365" marB="23365" anchor="ctr"/>
                </a:tc>
                <a:extLst>
                  <a:ext uri="{0D108BD9-81ED-4DB2-BD59-A6C34878D82A}">
                    <a16:rowId xmlns:a16="http://schemas.microsoft.com/office/drawing/2014/main" val="155396036"/>
                  </a:ext>
                </a:extLst>
              </a:tr>
            </a:tbl>
          </a:graphicData>
        </a:graphic>
      </p:graphicFrame>
    </p:spTree>
    <p:extLst>
      <p:ext uri="{BB962C8B-B14F-4D97-AF65-F5344CB8AC3E}">
        <p14:creationId xmlns:p14="http://schemas.microsoft.com/office/powerpoint/2010/main" val="49495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sports team&#10;&#10;Description automatically generated">
            <a:extLst>
              <a:ext uri="{FF2B5EF4-FFF2-40B4-BE49-F238E27FC236}">
                <a16:creationId xmlns:a16="http://schemas.microsoft.com/office/drawing/2014/main" id="{5D440525-9D24-231F-37FB-640136A46C94}"/>
              </a:ext>
            </a:extLst>
          </p:cNvPr>
          <p:cNvPicPr>
            <a:picLocks noGrp="1" noChangeAspect="1"/>
          </p:cNvPicPr>
          <p:nvPr>
            <p:ph idx="1"/>
          </p:nvPr>
        </p:nvPicPr>
        <p:blipFill rotWithShape="1">
          <a:blip r:embed="rId2"/>
          <a:srcRect r="568" b="1"/>
          <a:stretch/>
        </p:blipFill>
        <p:spPr>
          <a:xfrm>
            <a:off x="4038599" y="10"/>
            <a:ext cx="8160026" cy="6875809"/>
          </a:xfrm>
          <a:prstGeom prst="rect">
            <a:avLst/>
          </a:prstGeom>
        </p:spPr>
      </p:pic>
      <p:sp>
        <p:nvSpPr>
          <p:cNvPr id="65" name="Freeform: Shape 6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46F2FF-DB37-9285-D627-1A62ADE43F34}"/>
              </a:ext>
            </a:extLst>
          </p:cNvPr>
          <p:cNvSpPr>
            <a:spLocks noGrp="1"/>
          </p:cNvSpPr>
          <p:nvPr>
            <p:ph type="title"/>
          </p:nvPr>
        </p:nvSpPr>
        <p:spPr>
          <a:xfrm>
            <a:off x="494368" y="1155676"/>
            <a:ext cx="3052293" cy="3531403"/>
          </a:xfrm>
        </p:spPr>
        <p:txBody>
          <a:bodyPr vert="horz" lIns="91440" tIns="45720" rIns="91440" bIns="45720" rtlCol="0" anchor="ctr">
            <a:normAutofit/>
          </a:bodyPr>
          <a:lstStyle/>
          <a:p>
            <a:pPr algn="ctr"/>
            <a:r>
              <a:rPr lang="en-US" sz="4000" b="1">
                <a:solidFill>
                  <a:srgbClr val="FFFFFF"/>
                </a:solidFill>
              </a:rPr>
              <a:t>Logical and Physical Modeling</a:t>
            </a:r>
            <a:br>
              <a:rPr lang="en-US" sz="4000" b="1"/>
            </a:br>
            <a:endParaRPr lang="en-US" sz="4000" b="1">
              <a:solidFill>
                <a:srgbClr val="FFFFFF"/>
              </a:solidFill>
              <a:ea typeface="Calibri Light"/>
              <a:cs typeface="Calibri Light"/>
            </a:endParaRPr>
          </a:p>
        </p:txBody>
      </p:sp>
    </p:spTree>
    <p:extLst>
      <p:ext uri="{BB962C8B-B14F-4D97-AF65-F5344CB8AC3E}">
        <p14:creationId xmlns:p14="http://schemas.microsoft.com/office/powerpoint/2010/main" val="1704301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mputer script on a screen">
            <a:extLst>
              <a:ext uri="{FF2B5EF4-FFF2-40B4-BE49-F238E27FC236}">
                <a16:creationId xmlns:a16="http://schemas.microsoft.com/office/drawing/2014/main" id="{B30D6AC2-68B0-E421-CA11-73DD525BAF2F}"/>
              </a:ext>
            </a:extLst>
          </p:cNvPr>
          <p:cNvPicPr>
            <a:picLocks noChangeAspect="1"/>
          </p:cNvPicPr>
          <p:nvPr/>
        </p:nvPicPr>
        <p:blipFill rotWithShape="1">
          <a:blip r:embed="rId2"/>
          <a:srcRect r="20783"/>
          <a:stretch/>
        </p:blipFill>
        <p:spPr>
          <a:xfrm>
            <a:off x="4038599" y="10"/>
            <a:ext cx="8160026" cy="6875809"/>
          </a:xfrm>
          <a:prstGeom prst="rect">
            <a:avLst/>
          </a:prstGeom>
        </p:spPr>
      </p:pic>
      <p:sp>
        <p:nvSpPr>
          <p:cNvPr id="68" name="Freeform: Shape 67">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0B5FB2F-2D54-94F7-9B94-03F1D8891B76}"/>
              </a:ext>
            </a:extLst>
          </p:cNvPr>
          <p:cNvSpPr>
            <a:spLocks noGrp="1"/>
          </p:cNvSpPr>
          <p:nvPr>
            <p:ph type="title"/>
          </p:nvPr>
        </p:nvSpPr>
        <p:spPr>
          <a:xfrm>
            <a:off x="494368" y="1667019"/>
            <a:ext cx="3052293" cy="3531403"/>
          </a:xfrm>
        </p:spPr>
        <p:txBody>
          <a:bodyPr vert="horz" lIns="91440" tIns="45720" rIns="91440" bIns="45720" rtlCol="0" anchor="ctr">
            <a:normAutofit/>
          </a:bodyPr>
          <a:lstStyle/>
          <a:p>
            <a:pPr algn="ctr"/>
            <a:r>
              <a:rPr lang="en-US" sz="4000" b="1">
                <a:solidFill>
                  <a:srgbClr val="FFFFFF"/>
                </a:solidFill>
              </a:rPr>
              <a:t>SQL Queries</a:t>
            </a:r>
            <a:endParaRPr lang="en-US" sz="4000" b="1">
              <a:solidFill>
                <a:srgbClr val="FFFFFF"/>
              </a:solidFill>
              <a:ea typeface="Calibri Light"/>
              <a:cs typeface="Calibri Light"/>
            </a:endParaRPr>
          </a:p>
        </p:txBody>
      </p:sp>
    </p:spTree>
    <p:extLst>
      <p:ext uri="{BB962C8B-B14F-4D97-AF65-F5344CB8AC3E}">
        <p14:creationId xmlns:p14="http://schemas.microsoft.com/office/powerpoint/2010/main" val="2664447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AE1CE2-FA56-2CB8-1801-40B8F698508C}"/>
              </a:ext>
            </a:extLst>
          </p:cNvPr>
          <p:cNvSpPr>
            <a:spLocks noGrp="1"/>
          </p:cNvSpPr>
          <p:nvPr>
            <p:ph type="title"/>
          </p:nvPr>
        </p:nvSpPr>
        <p:spPr>
          <a:xfrm>
            <a:off x="355874" y="1713834"/>
            <a:ext cx="3315791" cy="2366281"/>
          </a:xfrm>
        </p:spPr>
        <p:txBody>
          <a:bodyPr vert="horz" lIns="91440" tIns="45720" rIns="91440" bIns="45720" rtlCol="0" anchor="ctr">
            <a:normAutofit/>
          </a:bodyPr>
          <a:lstStyle/>
          <a:p>
            <a:pPr algn="ctr"/>
            <a:r>
              <a:rPr lang="en-US" sz="4000" b="1">
                <a:solidFill>
                  <a:srgbClr val="FFFFFF"/>
                </a:solidFill>
                <a:cs typeface="Calibri Light"/>
              </a:rPr>
              <a:t>All </a:t>
            </a:r>
            <a:r>
              <a:rPr lang="en-US" sz="4000" b="1">
                <a:solidFill>
                  <a:srgbClr val="FFFFFF"/>
                </a:solidFill>
                <a:latin typeface="Calibri Light"/>
                <a:ea typeface="Calibri Light"/>
                <a:cs typeface="Calibri Light"/>
              </a:rPr>
              <a:t>Queries </a:t>
            </a:r>
            <a:r>
              <a:rPr lang="en-US" sz="4000" b="1">
                <a:solidFill>
                  <a:srgbClr val="FFFFFF"/>
                </a:solidFill>
                <a:latin typeface="Calibri Light"/>
                <a:ea typeface="Calibri Light"/>
                <a:cs typeface="Arial"/>
              </a:rPr>
              <a:t>Across Two Tables</a:t>
            </a:r>
            <a:endParaRPr lang="en-US"/>
          </a:p>
        </p:txBody>
      </p:sp>
      <p:sp>
        <p:nvSpPr>
          <p:cNvPr id="3" name="Content Placeholder 2">
            <a:extLst>
              <a:ext uri="{FF2B5EF4-FFF2-40B4-BE49-F238E27FC236}">
                <a16:creationId xmlns:a16="http://schemas.microsoft.com/office/drawing/2014/main" id="{7C5DC5F7-C21B-62B9-9548-9DDACD04DB43}"/>
              </a:ext>
            </a:extLst>
          </p:cNvPr>
          <p:cNvSpPr>
            <a:spLocks/>
          </p:cNvSpPr>
          <p:nvPr/>
        </p:nvSpPr>
        <p:spPr>
          <a:xfrm>
            <a:off x="4905052" y="97"/>
            <a:ext cx="6611734" cy="2173380"/>
          </a:xfrm>
          <a:prstGeom prst="rect">
            <a:avLst/>
          </a:prstGeom>
        </p:spPr>
        <p:txBody>
          <a:bodyPr vert="horz" lIns="91440" tIns="45720" rIns="91440" bIns="45720" rtlCol="0" anchor="t">
            <a:normAutofit/>
          </a:bodyPr>
          <a:lstStyle/>
          <a:p>
            <a:pPr defTabSz="493776">
              <a:lnSpc>
                <a:spcPct val="90000"/>
              </a:lnSpc>
              <a:spcAft>
                <a:spcPts val="600"/>
              </a:spcAft>
            </a:pPr>
            <a:r>
              <a:rPr lang="en-US" sz="1400" b="1" u="sng" kern="1200">
                <a:latin typeface="Calibri Light"/>
                <a:ea typeface="+mn-ea"/>
                <a:cs typeface="Calibri"/>
              </a:rPr>
              <a:t>First: </a:t>
            </a:r>
            <a:r>
              <a:rPr lang="en-US" sz="1400" b="1" u="sng" kern="1200">
                <a:latin typeface="Calibri Light"/>
                <a:ea typeface="+mn-ea"/>
                <a:cs typeface="Arial"/>
              </a:rPr>
              <a:t>Teams To Coaches: Retrieve the coach that a team is coached by</a:t>
            </a:r>
            <a:endParaRPr lang="en-US" sz="1400" b="1" u="sng" kern="1200">
              <a:latin typeface="Calibri Light"/>
              <a:ea typeface="+mn-ea"/>
              <a:cs typeface="Calibri"/>
            </a:endParaRPr>
          </a:p>
          <a:p>
            <a:pPr marL="246380" lvl="1" defTabSz="493776">
              <a:lnSpc>
                <a:spcPct val="90000"/>
              </a:lnSpc>
              <a:spcAft>
                <a:spcPts val="600"/>
              </a:spcAft>
            </a:pPr>
            <a:r>
              <a:rPr lang="en-US" sz="1400" b="1" kern="1200">
                <a:solidFill>
                  <a:srgbClr val="FF0000"/>
                </a:solidFill>
                <a:latin typeface="Calibri Light"/>
                <a:ea typeface="+mn-ea"/>
                <a:cs typeface="Arial"/>
              </a:rPr>
              <a:t>SQL:</a:t>
            </a:r>
            <a:endParaRPr lang="en-US" sz="1400" b="1" kern="1200">
              <a:solidFill>
                <a:srgbClr val="FF0000"/>
              </a:solidFill>
              <a:latin typeface="Calibri Light"/>
              <a:ea typeface="Calibri Light"/>
              <a:cs typeface="Calibri"/>
            </a:endParaRPr>
          </a:p>
          <a:p>
            <a:pPr defTabSz="493776">
              <a:spcAft>
                <a:spcPts val="600"/>
              </a:spcAft>
            </a:pPr>
            <a:r>
              <a:rPr lang="en-US" sz="1400" kern="1200">
                <a:solidFill>
                  <a:schemeClr val="tx1"/>
                </a:solidFill>
                <a:latin typeface="Calibri Light"/>
                <a:ea typeface="+mn-ea"/>
                <a:cs typeface="Arial"/>
              </a:rPr>
              <a:t>     PARAMETERS [EnterTeam] Text ( 255 );</a:t>
            </a:r>
            <a:endParaRPr lang="en-US" sz="1400" kern="1200">
              <a:solidFill>
                <a:schemeClr val="tx1"/>
              </a:solidFill>
              <a:latin typeface="Calibri Light"/>
              <a:ea typeface="Calibri Light"/>
              <a:cs typeface="Arial"/>
            </a:endParaRPr>
          </a:p>
          <a:p>
            <a:pPr marL="246380" lvl="1" defTabSz="493776">
              <a:spcAft>
                <a:spcPts val="600"/>
              </a:spcAft>
            </a:pPr>
            <a:r>
              <a:rPr lang="en-US" sz="1400" kern="1200">
                <a:latin typeface="Calibri Light"/>
                <a:ea typeface="+mn-ea"/>
                <a:cs typeface="Arial"/>
              </a:rPr>
              <a:t> </a:t>
            </a:r>
            <a:r>
              <a:rPr lang="en-US" sz="1400">
                <a:latin typeface="Calibri Light"/>
                <a:cs typeface="Arial"/>
              </a:rPr>
              <a:t> </a:t>
            </a:r>
            <a:r>
              <a:rPr lang="en-US" sz="1400" kern="1200">
                <a:latin typeface="Calibri Light"/>
                <a:ea typeface="+mn-ea"/>
                <a:cs typeface="Arial"/>
              </a:rPr>
              <a:t>SELECT </a:t>
            </a:r>
            <a:r>
              <a:rPr lang="en-US" sz="1400" kern="1200" err="1">
                <a:latin typeface="Calibri Light"/>
                <a:ea typeface="+mn-ea"/>
                <a:cs typeface="Arial"/>
              </a:rPr>
              <a:t>coaches.CoachName</a:t>
            </a:r>
            <a:endParaRPr lang="en-US" sz="1400" kern="1200">
              <a:latin typeface="Calibri Light"/>
              <a:ea typeface="Calibri Light"/>
              <a:cs typeface="Arial"/>
            </a:endParaRPr>
          </a:p>
          <a:p>
            <a:pPr marL="246380" lvl="1" defTabSz="493776">
              <a:spcAft>
                <a:spcPts val="600"/>
              </a:spcAft>
            </a:pPr>
            <a:r>
              <a:rPr lang="en-US" sz="1400" kern="1200">
                <a:latin typeface="Calibri Light"/>
                <a:ea typeface="+mn-ea"/>
                <a:cs typeface="Arial"/>
              </a:rPr>
              <a:t> </a:t>
            </a:r>
            <a:r>
              <a:rPr lang="en-US" sz="1400">
                <a:latin typeface="Calibri Light"/>
                <a:cs typeface="Arial"/>
              </a:rPr>
              <a:t> </a:t>
            </a:r>
            <a:r>
              <a:rPr lang="en-US" sz="1400" kern="1200">
                <a:latin typeface="Calibri Light"/>
                <a:ea typeface="+mn-ea"/>
                <a:cs typeface="Arial"/>
              </a:rPr>
              <a:t>FROM coaches INNER JOIN teams ON coaches.[</a:t>
            </a:r>
            <a:r>
              <a:rPr lang="en-US" sz="1400" kern="1200" err="1">
                <a:latin typeface="Calibri Light"/>
                <a:ea typeface="+mn-ea"/>
                <a:cs typeface="Arial"/>
              </a:rPr>
              <a:t>TeamsID</a:t>
            </a:r>
            <a:r>
              <a:rPr lang="en-US" sz="1400" kern="1200">
                <a:latin typeface="Calibri Light"/>
                <a:ea typeface="+mn-ea"/>
                <a:cs typeface="Arial"/>
              </a:rPr>
              <a:t>] = teams.[</a:t>
            </a:r>
            <a:r>
              <a:rPr lang="en-US" sz="1400" kern="1200" err="1">
                <a:latin typeface="Calibri Light"/>
                <a:ea typeface="+mn-ea"/>
                <a:cs typeface="Arial"/>
              </a:rPr>
              <a:t>TeamsID</a:t>
            </a:r>
            <a:r>
              <a:rPr lang="en-US" sz="1400" kern="1200">
                <a:latin typeface="Calibri Light"/>
                <a:ea typeface="+mn-ea"/>
                <a:cs typeface="Arial"/>
              </a:rPr>
              <a:t>]</a:t>
            </a:r>
            <a:endParaRPr lang="en-US" sz="1400" kern="1200">
              <a:latin typeface="Calibri Light"/>
              <a:ea typeface="Calibri Light"/>
              <a:cs typeface="Arial"/>
            </a:endParaRPr>
          </a:p>
          <a:p>
            <a:pPr marL="246380" lvl="1" defTabSz="493776">
              <a:spcAft>
                <a:spcPts val="600"/>
              </a:spcAft>
            </a:pPr>
            <a:r>
              <a:rPr lang="en-US" sz="1400" kern="1200">
                <a:latin typeface="Calibri Light"/>
                <a:ea typeface="+mn-ea"/>
                <a:cs typeface="Arial"/>
              </a:rPr>
              <a:t> </a:t>
            </a:r>
            <a:r>
              <a:rPr lang="en-US" sz="1400">
                <a:latin typeface="Calibri Light"/>
                <a:cs typeface="Arial"/>
              </a:rPr>
              <a:t> </a:t>
            </a:r>
            <a:r>
              <a:rPr lang="en-US" sz="1400" kern="1200">
                <a:latin typeface="Calibri Light"/>
                <a:ea typeface="+mn-ea"/>
                <a:cs typeface="Arial"/>
              </a:rPr>
              <a:t>WHERE (((</a:t>
            </a:r>
            <a:r>
              <a:rPr lang="en-US" sz="1400" kern="1200" err="1">
                <a:latin typeface="Calibri Light"/>
                <a:ea typeface="+mn-ea"/>
                <a:cs typeface="Arial"/>
              </a:rPr>
              <a:t>teams.Teams</a:t>
            </a:r>
            <a:r>
              <a:rPr lang="en-US" sz="1400" kern="1200">
                <a:latin typeface="Calibri Light"/>
                <a:ea typeface="+mn-ea"/>
                <a:cs typeface="Arial"/>
              </a:rPr>
              <a:t>)=[EnterTeam]));</a:t>
            </a:r>
            <a:endParaRPr lang="en-US" sz="1400">
              <a:latin typeface="Calibri Light"/>
              <a:ea typeface="Calibri"/>
              <a:cs typeface="Arial"/>
            </a:endParaRPr>
          </a:p>
        </p:txBody>
      </p:sp>
      <p:sp>
        <p:nvSpPr>
          <p:cNvPr id="5" name="Content Placeholder 2">
            <a:extLst>
              <a:ext uri="{FF2B5EF4-FFF2-40B4-BE49-F238E27FC236}">
                <a16:creationId xmlns:a16="http://schemas.microsoft.com/office/drawing/2014/main" id="{8E94E604-18E3-D779-2037-DBF449984AFC}"/>
              </a:ext>
            </a:extLst>
          </p:cNvPr>
          <p:cNvSpPr txBox="1">
            <a:spLocks/>
          </p:cNvSpPr>
          <p:nvPr/>
        </p:nvSpPr>
        <p:spPr>
          <a:xfrm>
            <a:off x="4906149" y="2174622"/>
            <a:ext cx="6615604" cy="233361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3190" indent="-123190" defTabSz="493776">
              <a:spcBef>
                <a:spcPts val="540"/>
              </a:spcBef>
            </a:pPr>
            <a:r>
              <a:rPr lang="en-US" sz="1400" b="1" u="sng" kern="1200">
                <a:latin typeface="Calibri Light"/>
                <a:ea typeface="+mn-ea"/>
                <a:cs typeface="Calibri"/>
              </a:rPr>
              <a:t>Second: </a:t>
            </a:r>
            <a:r>
              <a:rPr lang="en-US" sz="1400" b="1" u="sng" kern="1200">
                <a:latin typeface="Calibri Light"/>
                <a:ea typeface="+mn-ea"/>
                <a:cs typeface="Arial"/>
              </a:rPr>
              <a:t>Retrieve all the players that play for a specific team</a:t>
            </a:r>
            <a:endParaRPr lang="en-US" sz="1400" b="1" u="sng" kern="1200">
              <a:latin typeface="Calibri Light"/>
              <a:ea typeface="Calibri Light"/>
              <a:cs typeface="Arial"/>
            </a:endParaRPr>
          </a:p>
          <a:p>
            <a:pPr marL="0" indent="0" defTabSz="493776">
              <a:spcBef>
                <a:spcPts val="540"/>
              </a:spcBef>
              <a:buNone/>
            </a:pPr>
            <a:r>
              <a:rPr lang="en-US" sz="1400" b="1" kern="1200">
                <a:latin typeface="Calibri Light"/>
                <a:ea typeface="+mn-ea"/>
                <a:cs typeface="Arial"/>
              </a:rPr>
              <a:t>  </a:t>
            </a:r>
            <a:r>
              <a:rPr lang="en-US" sz="1400" b="1" kern="1200">
                <a:solidFill>
                  <a:srgbClr val="FF0000"/>
                </a:solidFill>
                <a:latin typeface="Calibri Light"/>
                <a:ea typeface="+mn-ea"/>
                <a:cs typeface="Arial"/>
              </a:rPr>
              <a:t>SQL:</a:t>
            </a:r>
            <a:endParaRPr lang="en-US" sz="1400" b="1" kern="1200">
              <a:solidFill>
                <a:srgbClr val="FF0000"/>
              </a:solidFill>
              <a:latin typeface="Calibri Light"/>
              <a:ea typeface="Calibri Light"/>
              <a:cs typeface="Arial"/>
            </a:endParaRPr>
          </a:p>
          <a:p>
            <a:pPr marL="0" indent="0" defTabSz="493776">
              <a:lnSpc>
                <a:spcPct val="100000"/>
              </a:lnSpc>
              <a:spcBef>
                <a:spcPts val="540"/>
              </a:spcBef>
              <a:buNone/>
            </a:pPr>
            <a:r>
              <a:rPr lang="en-US" sz="1400" kern="1200">
                <a:latin typeface="Calibri Light"/>
                <a:ea typeface="+mn-ea"/>
                <a:cs typeface="Arial"/>
              </a:rPr>
              <a:t>    PARAMETERS [EnterTeam] Text ( 255 );</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   SELECT </a:t>
            </a:r>
            <a:r>
              <a:rPr lang="en-US" sz="1400" kern="1200" err="1">
                <a:latin typeface="Calibri Light"/>
                <a:ea typeface="+mn-ea"/>
                <a:cs typeface="Arial"/>
              </a:rPr>
              <a:t>Players.PlayerName</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   FROM Players INNER JOIN teams ON Teams.[Teams] = Players.[</a:t>
            </a:r>
            <a:r>
              <a:rPr lang="en-US" sz="1400" kern="1200" err="1">
                <a:latin typeface="Calibri Light"/>
                <a:ea typeface="+mn-ea"/>
                <a:cs typeface="Arial"/>
              </a:rPr>
              <a:t>TeamID</a:t>
            </a:r>
            <a:r>
              <a:rPr lang="en-US" sz="1400" kern="1200">
                <a:latin typeface="Calibri Light"/>
                <a:ea typeface="+mn-ea"/>
                <a:cs typeface="Arial"/>
              </a:rPr>
              <a:t>]</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   WHERE </a:t>
            </a:r>
            <a:r>
              <a:rPr lang="en-US" sz="1400" kern="1200" err="1">
                <a:latin typeface="Calibri Light"/>
                <a:ea typeface="+mn-ea"/>
                <a:cs typeface="Arial"/>
              </a:rPr>
              <a:t>Teams.Teams</a:t>
            </a:r>
            <a:r>
              <a:rPr lang="en-US" sz="1400" kern="1200">
                <a:latin typeface="Calibri Light"/>
                <a:ea typeface="+mn-ea"/>
                <a:cs typeface="Arial"/>
              </a:rPr>
              <a:t> = [EnterTeam]</a:t>
            </a:r>
            <a:endParaRPr lang="en-US" sz="1400" kern="1200">
              <a:latin typeface="Calibri Light"/>
              <a:ea typeface="Calibri Light"/>
              <a:cs typeface="Segoe UI"/>
            </a:endParaRPr>
          </a:p>
          <a:p>
            <a:pPr marL="0" indent="0" defTabSz="493776">
              <a:lnSpc>
                <a:spcPct val="100000"/>
              </a:lnSpc>
              <a:spcBef>
                <a:spcPts val="540"/>
              </a:spcBef>
              <a:buNone/>
            </a:pPr>
            <a:endParaRPr lang="en-US" sz="1400" kern="1200">
              <a:latin typeface="Calibri Light"/>
              <a:ea typeface="Calibri Light"/>
              <a:cs typeface="Arial"/>
            </a:endParaRPr>
          </a:p>
          <a:p>
            <a:pPr marL="246380" lvl="1" indent="0" defTabSz="493776">
              <a:lnSpc>
                <a:spcPct val="100000"/>
              </a:lnSpc>
              <a:spcBef>
                <a:spcPts val="270"/>
              </a:spcBef>
              <a:buNone/>
            </a:pPr>
            <a:endParaRPr lang="en-US" sz="594" kern="1200">
              <a:solidFill>
                <a:schemeClr val="tx1"/>
              </a:solidFill>
              <a:latin typeface="Arial"/>
              <a:cs typeface="Arial"/>
            </a:endParaRPr>
          </a:p>
          <a:p>
            <a:pPr marL="457200" lvl="1" indent="0">
              <a:lnSpc>
                <a:spcPct val="100000"/>
              </a:lnSpc>
              <a:buFont typeface="Arial" panose="020B0604020202020204" pitchFamily="34" charset="0"/>
              <a:buNone/>
            </a:pPr>
            <a:endParaRPr lang="en-US" sz="1100">
              <a:latin typeface="Arial"/>
              <a:ea typeface="Calibri"/>
              <a:cs typeface="Arial"/>
            </a:endParaRPr>
          </a:p>
        </p:txBody>
      </p:sp>
      <p:sp>
        <p:nvSpPr>
          <p:cNvPr id="6" name="Content Placeholder 2">
            <a:extLst>
              <a:ext uri="{FF2B5EF4-FFF2-40B4-BE49-F238E27FC236}">
                <a16:creationId xmlns:a16="http://schemas.microsoft.com/office/drawing/2014/main" id="{A484E07B-31F2-8BF2-8DFA-A4216E0A7A4F}"/>
              </a:ext>
            </a:extLst>
          </p:cNvPr>
          <p:cNvSpPr txBox="1">
            <a:spLocks/>
          </p:cNvSpPr>
          <p:nvPr/>
        </p:nvSpPr>
        <p:spPr>
          <a:xfrm>
            <a:off x="4906149" y="4508281"/>
            <a:ext cx="6615605" cy="234615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3190" indent="-123190" defTabSz="493776">
              <a:spcBef>
                <a:spcPts val="540"/>
              </a:spcBef>
            </a:pPr>
            <a:r>
              <a:rPr lang="en-US" sz="1400" b="1" u="sng" kern="1200">
                <a:latin typeface="Calibri Light"/>
                <a:ea typeface="+mn-ea"/>
                <a:cs typeface="Calibri"/>
              </a:rPr>
              <a:t>Third: </a:t>
            </a:r>
            <a:r>
              <a:rPr lang="en-US" sz="1400" b="1" u="sng" kern="1200">
                <a:latin typeface="Calibri Light"/>
                <a:ea typeface="+mn-ea"/>
                <a:cs typeface="Arial"/>
              </a:rPr>
              <a:t>Retrieve all teams for a certain league and their ranking in that league</a:t>
            </a:r>
            <a:endParaRPr lang="en-US" sz="1400" b="1" u="sng" kern="1200">
              <a:latin typeface="Calibri Light"/>
              <a:ea typeface="Calibri Light"/>
              <a:cs typeface="Arial"/>
            </a:endParaRPr>
          </a:p>
          <a:p>
            <a:pPr marL="0" indent="0" defTabSz="493776">
              <a:spcBef>
                <a:spcPts val="540"/>
              </a:spcBef>
              <a:buNone/>
            </a:pPr>
            <a:r>
              <a:rPr lang="en-US" sz="1400" kern="1200">
                <a:latin typeface="Calibri Light"/>
                <a:ea typeface="+mn-ea"/>
                <a:cs typeface="Arial"/>
              </a:rPr>
              <a:t>  </a:t>
            </a:r>
            <a:r>
              <a:rPr lang="en-US" sz="1400" b="1" kern="1200">
                <a:solidFill>
                  <a:srgbClr val="FF0000"/>
                </a:solidFill>
                <a:latin typeface="Calibri Light"/>
                <a:ea typeface="+mn-ea"/>
                <a:cs typeface="Arial"/>
              </a:rPr>
              <a:t>SQL:</a:t>
            </a:r>
            <a:endParaRPr lang="en-US" sz="1400" b="1" kern="1200">
              <a:solidFill>
                <a:srgbClr val="FF0000"/>
              </a:solidFill>
              <a:latin typeface="Calibri Light"/>
              <a:ea typeface="Calibri Light"/>
              <a:cs typeface="Arial"/>
            </a:endParaRPr>
          </a:p>
          <a:p>
            <a:pPr marL="0" indent="0" defTabSz="493776">
              <a:lnSpc>
                <a:spcPct val="100000"/>
              </a:lnSpc>
              <a:spcBef>
                <a:spcPts val="540"/>
              </a:spcBef>
              <a:buNone/>
            </a:pPr>
            <a:r>
              <a:rPr lang="en-US" sz="1400" kern="1200">
                <a:latin typeface="Calibri Light"/>
                <a:ea typeface="+mn-ea"/>
                <a:cs typeface="Arial"/>
              </a:rPr>
              <a:t>    PARAMETERS [</a:t>
            </a:r>
            <a:r>
              <a:rPr lang="en-US" sz="1400" kern="1200" err="1">
                <a:latin typeface="Calibri Light"/>
                <a:ea typeface="+mn-ea"/>
                <a:cs typeface="Arial"/>
              </a:rPr>
              <a:t>EnterConference</a:t>
            </a:r>
            <a:r>
              <a:rPr lang="en-US" sz="1400" kern="1200">
                <a:latin typeface="Calibri Light"/>
                <a:ea typeface="+mn-ea"/>
                <a:cs typeface="Arial"/>
              </a:rPr>
              <a:t>] Text ( 255 );</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   SELECT </a:t>
            </a:r>
            <a:r>
              <a:rPr lang="en-US" sz="1400" kern="1200" err="1">
                <a:latin typeface="Calibri Light"/>
                <a:ea typeface="+mn-ea"/>
                <a:cs typeface="Arial"/>
              </a:rPr>
              <a:t>Teams.Teams</a:t>
            </a:r>
            <a:r>
              <a:rPr lang="en-US" sz="1400" kern="1200">
                <a:latin typeface="Calibri Light"/>
                <a:ea typeface="+mn-ea"/>
                <a:cs typeface="Arial"/>
              </a:rPr>
              <a:t>, </a:t>
            </a:r>
            <a:r>
              <a:rPr lang="en-US" sz="1400" kern="1200" err="1">
                <a:latin typeface="Calibri Light"/>
                <a:ea typeface="+mn-ea"/>
                <a:cs typeface="Arial"/>
              </a:rPr>
              <a:t>Teams.Rank</a:t>
            </a:r>
            <a:r>
              <a:rPr lang="en-US" sz="1400" kern="1200">
                <a:latin typeface="Calibri Light"/>
                <a:ea typeface="+mn-ea"/>
                <a:cs typeface="Arial"/>
              </a:rPr>
              <a:t>, </a:t>
            </a:r>
            <a:r>
              <a:rPr lang="en-US" sz="1400" kern="1200" err="1">
                <a:latin typeface="Calibri Light"/>
                <a:ea typeface="+mn-ea"/>
                <a:cs typeface="Arial"/>
              </a:rPr>
              <a:t>League.Conference</a:t>
            </a:r>
            <a:r>
              <a:rPr lang="en-US" sz="1400" kern="1200">
                <a:latin typeface="Calibri Light"/>
                <a:ea typeface="+mn-ea"/>
                <a:cs typeface="Arial"/>
              </a:rPr>
              <a:t> AS Conference</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   FROM League INNER JOIN Teams ON League.[</a:t>
            </a:r>
            <a:r>
              <a:rPr lang="en-US" sz="1400" kern="1200" err="1">
                <a:latin typeface="Calibri Light"/>
                <a:ea typeface="+mn-ea"/>
                <a:cs typeface="Arial"/>
              </a:rPr>
              <a:t>ConferenceID</a:t>
            </a:r>
            <a:r>
              <a:rPr lang="en-US" sz="1400" kern="1200">
                <a:latin typeface="Calibri Light"/>
                <a:ea typeface="+mn-ea"/>
                <a:cs typeface="Arial"/>
              </a:rPr>
              <a:t>] = Teams</a:t>
            </a:r>
            <a:r>
              <a:rPr lang="en-US" sz="1400">
                <a:latin typeface="Calibri Light"/>
                <a:cs typeface="Arial"/>
              </a:rPr>
              <a:t>[</a:t>
            </a:r>
            <a:r>
              <a:rPr lang="en-US" sz="1400" kern="1200" err="1">
                <a:latin typeface="Calibri Light"/>
                <a:ea typeface="+mn-ea"/>
                <a:cs typeface="Arial"/>
              </a:rPr>
              <a:t>ConfrenceID</a:t>
            </a:r>
            <a:r>
              <a:rPr lang="en-US" sz="1400" kern="1200">
                <a:latin typeface="Calibri Light"/>
                <a:ea typeface="+mn-ea"/>
                <a:cs typeface="Arial"/>
              </a:rPr>
              <a:t>]</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   WHERE ((([League].[Conference])=[</a:t>
            </a:r>
            <a:r>
              <a:rPr lang="en-US" sz="1400" kern="1200" err="1">
                <a:latin typeface="Calibri Light"/>
                <a:ea typeface="+mn-ea"/>
                <a:cs typeface="Arial"/>
              </a:rPr>
              <a:t>EnterConference</a:t>
            </a:r>
            <a:r>
              <a:rPr lang="en-US" sz="1400" kern="1200">
                <a:latin typeface="Calibri Light"/>
                <a:ea typeface="+mn-ea"/>
                <a:cs typeface="Arial"/>
              </a:rPr>
              <a:t>]))</a:t>
            </a:r>
            <a:endParaRPr lang="en-US" sz="1400" kern="1200">
              <a:latin typeface="Calibri Light"/>
              <a:ea typeface="Calibri Light"/>
              <a:cs typeface="Arial"/>
            </a:endParaRPr>
          </a:p>
          <a:p>
            <a:pPr marL="123190" indent="-123190" defTabSz="493776">
              <a:lnSpc>
                <a:spcPct val="100000"/>
              </a:lnSpc>
              <a:spcBef>
                <a:spcPts val="540"/>
              </a:spcBef>
              <a:buNone/>
            </a:pPr>
            <a:r>
              <a:rPr lang="en-US" sz="1400" kern="1200">
                <a:latin typeface="Calibri Light"/>
                <a:ea typeface="+mn-ea"/>
                <a:cs typeface="Arial"/>
              </a:rPr>
              <a:t>   ORDER BY </a:t>
            </a:r>
            <a:r>
              <a:rPr lang="en-US" sz="1400" kern="1200" err="1">
                <a:latin typeface="Calibri Light"/>
                <a:ea typeface="+mn-ea"/>
                <a:cs typeface="Arial"/>
              </a:rPr>
              <a:t>Teams.Rank</a:t>
            </a:r>
            <a:r>
              <a:rPr lang="en-US" sz="1400" kern="1200">
                <a:latin typeface="Calibri Light"/>
                <a:ea typeface="+mn-ea"/>
                <a:cs typeface="Arial"/>
              </a:rPr>
              <a:t>;</a:t>
            </a:r>
            <a:endParaRPr lang="en-US" sz="1400" kern="1200">
              <a:latin typeface="Calibri Light"/>
              <a:ea typeface="Calibri Light"/>
              <a:cs typeface="Arial"/>
            </a:endParaRPr>
          </a:p>
          <a:p>
            <a:pPr marL="0" indent="0" defTabSz="493776">
              <a:lnSpc>
                <a:spcPct val="100000"/>
              </a:lnSpc>
              <a:spcBef>
                <a:spcPts val="540"/>
              </a:spcBef>
              <a:buNone/>
            </a:pPr>
            <a:endParaRPr lang="en-US" sz="1400" kern="1200">
              <a:latin typeface="Calibri Light"/>
              <a:ea typeface="Calibri Light"/>
              <a:cs typeface="Arial"/>
            </a:endParaRPr>
          </a:p>
          <a:p>
            <a:pPr marL="246380" lvl="1" indent="0" defTabSz="493776">
              <a:spcBef>
                <a:spcPts val="270"/>
              </a:spcBef>
              <a:buNone/>
            </a:pPr>
            <a:endParaRPr lang="en-US" sz="1700" kern="1200">
              <a:solidFill>
                <a:schemeClr val="tx1"/>
              </a:solidFill>
              <a:latin typeface="Calibri"/>
              <a:ea typeface="Calibri"/>
              <a:cs typeface="Arial"/>
            </a:endParaRPr>
          </a:p>
          <a:p>
            <a:pPr marL="457200" lvl="1" indent="0">
              <a:buFont typeface="Arial" panose="020B0604020202020204" pitchFamily="34" charset="0"/>
              <a:buNone/>
            </a:pPr>
            <a:endParaRPr lang="en-US" sz="1700">
              <a:latin typeface="Arial"/>
              <a:ea typeface="Calibri"/>
              <a:cs typeface="Arial"/>
            </a:endParaRPr>
          </a:p>
        </p:txBody>
      </p:sp>
    </p:spTree>
    <p:extLst>
      <p:ext uri="{BB962C8B-B14F-4D97-AF65-F5344CB8AC3E}">
        <p14:creationId xmlns:p14="http://schemas.microsoft.com/office/powerpoint/2010/main" val="798865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ABD7E0-87F6-298E-787D-D8762E4CDD27}"/>
              </a:ext>
            </a:extLst>
          </p:cNvPr>
          <p:cNvSpPr>
            <a:spLocks noGrp="1"/>
          </p:cNvSpPr>
          <p:nvPr>
            <p:ph type="title"/>
          </p:nvPr>
        </p:nvSpPr>
        <p:spPr>
          <a:xfrm>
            <a:off x="-4514" y="586855"/>
            <a:ext cx="4043575" cy="3387497"/>
          </a:xfrm>
        </p:spPr>
        <p:txBody>
          <a:bodyPr vert="horz" lIns="91440" tIns="45720" rIns="91440" bIns="45720" rtlCol="0" anchor="ctr">
            <a:normAutofit/>
          </a:bodyPr>
          <a:lstStyle/>
          <a:p>
            <a:pPr algn="ctr"/>
            <a:r>
              <a:rPr lang="en-US" sz="4000" b="1">
                <a:solidFill>
                  <a:srgbClr val="FFFFFF"/>
                </a:solidFill>
                <a:cs typeface="Calibri Light"/>
              </a:rPr>
              <a:t>All Queries Across Three Tables</a:t>
            </a:r>
            <a:endParaRPr lang="en-US" sz="4000" b="1">
              <a:solidFill>
                <a:srgbClr val="FFFFFF"/>
              </a:solidFill>
              <a:ea typeface="Calibri Light"/>
              <a:cs typeface="Calibri Light"/>
            </a:endParaRPr>
          </a:p>
        </p:txBody>
      </p:sp>
      <p:sp>
        <p:nvSpPr>
          <p:cNvPr id="5" name="TextBox 4">
            <a:extLst>
              <a:ext uri="{FF2B5EF4-FFF2-40B4-BE49-F238E27FC236}">
                <a16:creationId xmlns:a16="http://schemas.microsoft.com/office/drawing/2014/main" id="{4482F964-24C9-3DE2-E030-3D2FEDB3F1F1}"/>
              </a:ext>
            </a:extLst>
          </p:cNvPr>
          <p:cNvSpPr txBox="1"/>
          <p:nvPr/>
        </p:nvSpPr>
        <p:spPr>
          <a:xfrm>
            <a:off x="4211053" y="0"/>
            <a:ext cx="776036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u="sng">
                <a:latin typeface="Calibri Light"/>
                <a:ea typeface="Calibri"/>
                <a:cs typeface="Calibri"/>
              </a:rPr>
              <a:t>First: </a:t>
            </a:r>
            <a:r>
              <a:rPr lang="en-US" sz="1400" b="1" u="sng">
                <a:latin typeface="Calibri Light"/>
                <a:ea typeface="Calibri"/>
                <a:cs typeface="Arial"/>
              </a:rPr>
              <a:t>Most PPG for a team: </a:t>
            </a:r>
          </a:p>
          <a:p>
            <a:endParaRPr lang="en-US" sz="1400" b="1" u="sng">
              <a:solidFill>
                <a:srgbClr val="000000"/>
              </a:solidFill>
              <a:latin typeface="Calibri Light"/>
              <a:ea typeface="Calibri"/>
              <a:cs typeface="Arial"/>
            </a:endParaRPr>
          </a:p>
          <a:p>
            <a:r>
              <a:rPr lang="en-US" sz="1400">
                <a:solidFill>
                  <a:srgbClr val="990000"/>
                </a:solidFill>
                <a:latin typeface="Calibri Light"/>
                <a:ea typeface="Calibri"/>
                <a:cs typeface="Arial"/>
              </a:rPr>
              <a:t>   </a:t>
            </a:r>
            <a:r>
              <a:rPr lang="en-US" sz="1400" b="1">
                <a:solidFill>
                  <a:srgbClr val="FF0000"/>
                </a:solidFill>
                <a:latin typeface="Calibri Light"/>
                <a:ea typeface="Calibri"/>
                <a:cs typeface="Arial"/>
              </a:rPr>
              <a:t>SQL: </a:t>
            </a:r>
          </a:p>
          <a:p>
            <a:r>
              <a:rPr lang="en-US" sz="1400">
                <a:latin typeface="Calibri Light"/>
                <a:ea typeface="Calibri"/>
                <a:cs typeface="Arial"/>
              </a:rPr>
              <a:t>     PARAMETERS [Enter Team] Text ( 255 );</a:t>
            </a:r>
          </a:p>
          <a:p>
            <a:r>
              <a:rPr lang="en-US" sz="1400">
                <a:latin typeface="Calibri Light"/>
                <a:ea typeface="Calibri"/>
                <a:cs typeface="Arial"/>
              </a:rPr>
              <a:t>     SELECT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r>
              <a:rPr lang="en-US" sz="1400">
                <a:latin typeface="Calibri Light"/>
                <a:ea typeface="Calibri"/>
                <a:cs typeface="Arial"/>
              </a:rPr>
              <a:t>, MAX(</a:t>
            </a:r>
            <a:r>
              <a:rPr lang="en-US" sz="1400" err="1">
                <a:latin typeface="Calibri Light"/>
                <a:ea typeface="Calibri"/>
                <a:cs typeface="Arial"/>
              </a:rPr>
              <a:t>Stats.PointsPerGame</a:t>
            </a:r>
            <a:r>
              <a:rPr lang="en-US" sz="1400">
                <a:latin typeface="Calibri Light"/>
                <a:ea typeface="Calibri"/>
                <a:cs typeface="Arial"/>
              </a:rPr>
              <a:t>) AS </a:t>
            </a:r>
            <a:r>
              <a:rPr lang="en-US" sz="1400" err="1">
                <a:latin typeface="Calibri Light"/>
                <a:ea typeface="Calibri"/>
                <a:cs typeface="Arial"/>
              </a:rPr>
              <a:t>MAXPointsPerGame</a:t>
            </a:r>
            <a:endParaRPr lang="en-US" sz="1400">
              <a:latin typeface="Calibri Light"/>
              <a:ea typeface="Calibri"/>
              <a:cs typeface="Arial"/>
            </a:endParaRPr>
          </a:p>
          <a:p>
            <a:r>
              <a:rPr lang="en-US" sz="1400">
                <a:latin typeface="Calibri Light"/>
                <a:ea typeface="Calibri"/>
                <a:cs typeface="Arial"/>
              </a:rPr>
              <a:t>     FROM (Players INNER JOIN Teams ON </a:t>
            </a:r>
            <a:r>
              <a:rPr lang="en-US" sz="1400" err="1">
                <a:latin typeface="Calibri Light"/>
                <a:ea typeface="Calibri"/>
                <a:cs typeface="Arial"/>
              </a:rPr>
              <a:t>Players.TeamID</a:t>
            </a:r>
            <a:r>
              <a:rPr lang="en-US" sz="1400">
                <a:latin typeface="Calibri Light"/>
                <a:ea typeface="Calibri"/>
                <a:cs typeface="Arial"/>
              </a:rPr>
              <a:t> = </a:t>
            </a:r>
            <a:r>
              <a:rPr lang="en-US" sz="1400" err="1">
                <a:latin typeface="Calibri Light"/>
                <a:ea typeface="Calibri"/>
                <a:cs typeface="Arial"/>
              </a:rPr>
              <a:t>Teams.Teams_ID</a:t>
            </a:r>
            <a:r>
              <a:rPr lang="en-US" sz="1400">
                <a:latin typeface="Calibri Light"/>
                <a:ea typeface="Calibri"/>
                <a:cs typeface="Arial"/>
              </a:rPr>
              <a:t>) INNER JOIN Stats ON      </a:t>
            </a:r>
            <a:r>
              <a:rPr lang="en-US" sz="1400" err="1">
                <a:latin typeface="Calibri Light"/>
                <a:ea typeface="Calibri"/>
                <a:cs typeface="Arial"/>
              </a:rPr>
              <a:t>Players.PlayerID</a:t>
            </a:r>
            <a:r>
              <a:rPr lang="en-US" sz="1400">
                <a:latin typeface="Calibri Light"/>
                <a:ea typeface="Calibri"/>
                <a:cs typeface="Arial"/>
              </a:rPr>
              <a:t> = </a:t>
            </a:r>
            <a:r>
              <a:rPr lang="en-US" sz="1400" err="1">
                <a:latin typeface="Calibri Light"/>
                <a:ea typeface="Calibri"/>
                <a:cs typeface="Arial"/>
              </a:rPr>
              <a:t>Stats.PlayerID</a:t>
            </a:r>
            <a:endParaRPr lang="en-US" sz="1400">
              <a:latin typeface="Calibri Light"/>
              <a:ea typeface="Calibri"/>
              <a:cs typeface="Arial"/>
            </a:endParaRPr>
          </a:p>
          <a:p>
            <a:r>
              <a:rPr lang="en-US" sz="1400">
                <a:latin typeface="Calibri Light"/>
                <a:ea typeface="Calibri"/>
                <a:cs typeface="Arial"/>
              </a:rPr>
              <a:t>     WHERE </a:t>
            </a:r>
            <a:r>
              <a:rPr lang="en-US" sz="1400" err="1">
                <a:latin typeface="Calibri Light"/>
                <a:ea typeface="Calibri"/>
                <a:cs typeface="Arial"/>
              </a:rPr>
              <a:t>Teams.Teams</a:t>
            </a:r>
            <a:r>
              <a:rPr lang="en-US" sz="1400">
                <a:latin typeface="Calibri Light"/>
                <a:ea typeface="Calibri"/>
                <a:cs typeface="Arial"/>
              </a:rPr>
              <a:t> = [Enter Team]</a:t>
            </a:r>
          </a:p>
          <a:p>
            <a:r>
              <a:rPr lang="en-US" sz="1400">
                <a:latin typeface="Calibri Light"/>
                <a:ea typeface="Calibri"/>
                <a:cs typeface="Arial"/>
              </a:rPr>
              <a:t>     GROUP BY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endParaRPr lang="en-US" sz="1400">
              <a:latin typeface="Calibri Light"/>
              <a:ea typeface="Calibri"/>
              <a:cs typeface="Arial"/>
            </a:endParaRPr>
          </a:p>
          <a:p>
            <a:r>
              <a:rPr lang="en-US" sz="1400">
                <a:latin typeface="Calibri Light"/>
                <a:ea typeface="Calibri"/>
                <a:cs typeface="Arial"/>
              </a:rPr>
              <a:t>     ORDER BY </a:t>
            </a:r>
            <a:r>
              <a:rPr lang="en-US" sz="1400" err="1">
                <a:latin typeface="Calibri Light"/>
                <a:ea typeface="Calibri"/>
                <a:cs typeface="Arial"/>
              </a:rPr>
              <a:t>MAXPointsPerGame</a:t>
            </a:r>
            <a:r>
              <a:rPr lang="en-US" sz="1400">
                <a:latin typeface="Calibri Light"/>
                <a:ea typeface="Calibri"/>
                <a:cs typeface="Arial"/>
              </a:rPr>
              <a:t> DESC;</a:t>
            </a:r>
          </a:p>
        </p:txBody>
      </p:sp>
      <p:sp>
        <p:nvSpPr>
          <p:cNvPr id="6" name="TextBox 5">
            <a:extLst>
              <a:ext uri="{FF2B5EF4-FFF2-40B4-BE49-F238E27FC236}">
                <a16:creationId xmlns:a16="http://schemas.microsoft.com/office/drawing/2014/main" id="{F5B7A80D-7D54-4DEC-BF80-75009078EEA5}"/>
              </a:ext>
            </a:extLst>
          </p:cNvPr>
          <p:cNvSpPr txBox="1"/>
          <p:nvPr/>
        </p:nvSpPr>
        <p:spPr>
          <a:xfrm>
            <a:off x="4211052" y="2275973"/>
            <a:ext cx="7760368"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u="sng">
                <a:latin typeface="Calibri Light"/>
                <a:ea typeface="Calibri"/>
                <a:cs typeface="Calibri"/>
              </a:rPr>
              <a:t>Second: </a:t>
            </a:r>
            <a:r>
              <a:rPr lang="en-US" sz="1400" b="1" u="sng">
                <a:latin typeface="Calibri Light"/>
                <a:ea typeface="Calibri"/>
                <a:cs typeface="Arial"/>
              </a:rPr>
              <a:t>Most Games Played for a team:</a:t>
            </a:r>
          </a:p>
          <a:p>
            <a:pPr marL="285750" indent="-285750">
              <a:buFont typeface="Arial"/>
              <a:buChar char="•"/>
            </a:pPr>
            <a:endParaRPr lang="en-US" sz="1400" b="1" u="sng">
              <a:latin typeface="Calibri Light"/>
              <a:ea typeface="Calibri"/>
              <a:cs typeface="Arial"/>
            </a:endParaRPr>
          </a:p>
          <a:p>
            <a:r>
              <a:rPr lang="en-US" sz="1400" b="1">
                <a:latin typeface="Calibri Light"/>
                <a:ea typeface="Calibri"/>
                <a:cs typeface="Arial"/>
              </a:rPr>
              <a:t>  </a:t>
            </a:r>
            <a:r>
              <a:rPr lang="en-US" sz="1400" b="1">
                <a:solidFill>
                  <a:srgbClr val="FF0000"/>
                </a:solidFill>
                <a:latin typeface="Calibri Light"/>
                <a:ea typeface="Calibri"/>
                <a:cs typeface="Arial"/>
              </a:rPr>
              <a:t> SQL:</a:t>
            </a:r>
          </a:p>
          <a:p>
            <a:r>
              <a:rPr lang="en-US" sz="1100">
                <a:latin typeface="Arial"/>
                <a:ea typeface="Calibri"/>
                <a:cs typeface="Arial"/>
              </a:rPr>
              <a:t>    </a:t>
            </a:r>
            <a:r>
              <a:rPr lang="en-US" sz="1400">
                <a:latin typeface="Calibri Light"/>
                <a:ea typeface="Calibri"/>
                <a:cs typeface="Arial"/>
              </a:rPr>
              <a:t>  PARAMETERS [Enter Team] Text ( 255 );</a:t>
            </a:r>
          </a:p>
          <a:p>
            <a:r>
              <a:rPr lang="en-US" sz="1400">
                <a:latin typeface="Calibri Light"/>
                <a:ea typeface="Calibri"/>
                <a:cs typeface="Arial"/>
              </a:rPr>
              <a:t>     SELECT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r>
              <a:rPr lang="en-US" sz="1400">
                <a:latin typeface="Calibri Light"/>
                <a:ea typeface="Calibri"/>
                <a:cs typeface="Arial"/>
              </a:rPr>
              <a:t>, MAX(</a:t>
            </a:r>
            <a:r>
              <a:rPr lang="en-US" sz="1400" err="1">
                <a:latin typeface="Calibri Light"/>
                <a:ea typeface="Calibri"/>
                <a:cs typeface="Arial"/>
              </a:rPr>
              <a:t>Stats.GamesPlayed</a:t>
            </a:r>
            <a:r>
              <a:rPr lang="en-US" sz="1400">
                <a:latin typeface="Calibri Light"/>
                <a:ea typeface="Calibri"/>
                <a:cs typeface="Arial"/>
              </a:rPr>
              <a:t>) AS </a:t>
            </a:r>
            <a:r>
              <a:rPr lang="en-US" sz="1400" err="1">
                <a:latin typeface="Calibri Light"/>
                <a:ea typeface="Calibri"/>
                <a:cs typeface="Arial"/>
              </a:rPr>
              <a:t>MostGamesPlayed</a:t>
            </a:r>
            <a:endParaRPr lang="en-US" sz="1400">
              <a:latin typeface="Calibri Light"/>
              <a:ea typeface="Calibri"/>
              <a:cs typeface="Arial"/>
            </a:endParaRPr>
          </a:p>
          <a:p>
            <a:r>
              <a:rPr lang="en-US" sz="1400">
                <a:latin typeface="Calibri Light"/>
                <a:ea typeface="Calibri"/>
                <a:cs typeface="Arial"/>
              </a:rPr>
              <a:t>     FROM (Players INNER JOIN Teams ON </a:t>
            </a:r>
            <a:r>
              <a:rPr lang="en-US" sz="1400" err="1">
                <a:latin typeface="Calibri Light"/>
                <a:ea typeface="Calibri"/>
                <a:cs typeface="Arial"/>
              </a:rPr>
              <a:t>Players.TeamID</a:t>
            </a:r>
            <a:r>
              <a:rPr lang="en-US" sz="1400">
                <a:latin typeface="Calibri Light"/>
                <a:ea typeface="Calibri"/>
                <a:cs typeface="Arial"/>
              </a:rPr>
              <a:t> = </a:t>
            </a:r>
            <a:r>
              <a:rPr lang="en-US" sz="1400" err="1">
                <a:latin typeface="Calibri Light"/>
                <a:ea typeface="Calibri"/>
                <a:cs typeface="Arial"/>
              </a:rPr>
              <a:t>Teams.Teams_ID</a:t>
            </a:r>
            <a:r>
              <a:rPr lang="en-US" sz="1400">
                <a:latin typeface="Calibri Light"/>
                <a:ea typeface="Calibri"/>
                <a:cs typeface="Arial"/>
              </a:rPr>
              <a:t>) INNER JOIN Stats ON          </a:t>
            </a:r>
            <a:r>
              <a:rPr lang="en-US" sz="1400" err="1">
                <a:latin typeface="Calibri Light"/>
                <a:ea typeface="Calibri"/>
                <a:cs typeface="Arial"/>
              </a:rPr>
              <a:t>Players.PlayerID</a:t>
            </a:r>
            <a:r>
              <a:rPr lang="en-US" sz="1400">
                <a:latin typeface="Calibri Light"/>
                <a:ea typeface="Calibri"/>
                <a:cs typeface="Arial"/>
              </a:rPr>
              <a:t> = </a:t>
            </a:r>
            <a:r>
              <a:rPr lang="en-US" sz="1400" err="1">
                <a:latin typeface="Calibri Light"/>
                <a:ea typeface="Calibri"/>
                <a:cs typeface="Arial"/>
              </a:rPr>
              <a:t>Stats.PlayerID</a:t>
            </a:r>
            <a:endParaRPr lang="en-US" sz="1400">
              <a:latin typeface="Calibri Light"/>
              <a:ea typeface="Calibri"/>
              <a:cs typeface="Arial"/>
            </a:endParaRPr>
          </a:p>
          <a:p>
            <a:r>
              <a:rPr lang="en-US" sz="1400">
                <a:latin typeface="Calibri Light"/>
                <a:ea typeface="Calibri"/>
                <a:cs typeface="Arial"/>
              </a:rPr>
              <a:t>     WHERE </a:t>
            </a:r>
            <a:r>
              <a:rPr lang="en-US" sz="1400" err="1">
                <a:latin typeface="Calibri Light"/>
                <a:ea typeface="Calibri"/>
                <a:cs typeface="Arial"/>
              </a:rPr>
              <a:t>Teams.Teams</a:t>
            </a:r>
            <a:r>
              <a:rPr lang="en-US" sz="1400">
                <a:latin typeface="Calibri Light"/>
                <a:ea typeface="Calibri"/>
                <a:cs typeface="Arial"/>
              </a:rPr>
              <a:t> = [Enter Team]</a:t>
            </a:r>
          </a:p>
          <a:p>
            <a:r>
              <a:rPr lang="en-US" sz="1400">
                <a:latin typeface="Calibri Light"/>
                <a:ea typeface="Calibri"/>
                <a:cs typeface="Arial"/>
              </a:rPr>
              <a:t>     GROUP BY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endParaRPr lang="en-US" sz="1400">
              <a:latin typeface="Calibri Light"/>
              <a:ea typeface="Calibri"/>
              <a:cs typeface="Arial"/>
            </a:endParaRPr>
          </a:p>
          <a:p>
            <a:r>
              <a:rPr lang="en-US" sz="1400">
                <a:latin typeface="Calibri Light"/>
                <a:ea typeface="Calibri"/>
                <a:cs typeface="Arial"/>
              </a:rPr>
              <a:t>     ORDER BY </a:t>
            </a:r>
            <a:r>
              <a:rPr lang="en-US" sz="1400" err="1">
                <a:latin typeface="Calibri Light"/>
                <a:ea typeface="Calibri"/>
                <a:cs typeface="Arial"/>
              </a:rPr>
              <a:t>MostGamesPlayed</a:t>
            </a:r>
            <a:r>
              <a:rPr lang="en-US" sz="1400">
                <a:latin typeface="Calibri Light"/>
                <a:ea typeface="Calibri"/>
                <a:cs typeface="Arial"/>
              </a:rPr>
              <a:t> DESC;</a:t>
            </a:r>
          </a:p>
        </p:txBody>
      </p:sp>
      <p:sp>
        <p:nvSpPr>
          <p:cNvPr id="7" name="TextBox 6">
            <a:extLst>
              <a:ext uri="{FF2B5EF4-FFF2-40B4-BE49-F238E27FC236}">
                <a16:creationId xmlns:a16="http://schemas.microsoft.com/office/drawing/2014/main" id="{A47747A4-1BD1-E9A2-61B6-F93A17CCA225}"/>
              </a:ext>
            </a:extLst>
          </p:cNvPr>
          <p:cNvSpPr txBox="1"/>
          <p:nvPr/>
        </p:nvSpPr>
        <p:spPr>
          <a:xfrm>
            <a:off x="4211052" y="4401552"/>
            <a:ext cx="7760368"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b="1" u="sng">
                <a:latin typeface="Calibri Light"/>
                <a:ea typeface="Calibri"/>
                <a:cs typeface="Calibri"/>
              </a:rPr>
              <a:t>Third: </a:t>
            </a:r>
            <a:r>
              <a:rPr lang="en-US" sz="1400" b="1" u="sng">
                <a:latin typeface="Calibri Light"/>
                <a:ea typeface="Calibri"/>
                <a:cs typeface="Arial"/>
              </a:rPr>
              <a:t>Most Threes For a team</a:t>
            </a:r>
          </a:p>
          <a:p>
            <a:pPr marL="285750" indent="-285750">
              <a:buFont typeface="Arial"/>
              <a:buChar char="•"/>
            </a:pPr>
            <a:endParaRPr lang="en-US" sz="1400" b="1" u="sng">
              <a:latin typeface="Calibri Light"/>
              <a:ea typeface="Calibri"/>
              <a:cs typeface="Arial"/>
            </a:endParaRPr>
          </a:p>
          <a:p>
            <a:pPr lvl="1"/>
            <a:r>
              <a:rPr lang="en-US" sz="1400" b="1">
                <a:solidFill>
                  <a:srgbClr val="FF0000"/>
                </a:solidFill>
                <a:latin typeface="Calibri Light"/>
                <a:ea typeface="Calibri"/>
                <a:cs typeface="Arial"/>
              </a:rPr>
              <a:t> SQL:</a:t>
            </a:r>
          </a:p>
          <a:p>
            <a:r>
              <a:rPr lang="en-US" sz="1400">
                <a:latin typeface="Calibri Light"/>
                <a:ea typeface="Calibri"/>
                <a:cs typeface="Arial"/>
              </a:rPr>
              <a:t>        PARAMETERS [Enter Team] Text ( 255 );</a:t>
            </a:r>
          </a:p>
          <a:p>
            <a:r>
              <a:rPr lang="en-US" sz="1400">
                <a:latin typeface="Calibri Light"/>
                <a:ea typeface="Calibri"/>
                <a:cs typeface="Arial"/>
              </a:rPr>
              <a:t>        SELECT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r>
              <a:rPr lang="en-US" sz="1400">
                <a:latin typeface="Calibri Light"/>
                <a:ea typeface="Calibri"/>
                <a:cs typeface="Arial"/>
              </a:rPr>
              <a:t>, MAX(</a:t>
            </a:r>
            <a:r>
              <a:rPr lang="en-US" sz="1400" err="1">
                <a:latin typeface="Calibri Light"/>
                <a:ea typeface="Calibri"/>
                <a:cs typeface="Arial"/>
              </a:rPr>
              <a:t>Stats.ThreePointsPerGame</a:t>
            </a:r>
            <a:r>
              <a:rPr lang="en-US" sz="1400">
                <a:latin typeface="Calibri Light"/>
                <a:ea typeface="Calibri"/>
                <a:cs typeface="Arial"/>
              </a:rPr>
              <a:t>) AS          </a:t>
            </a:r>
            <a:r>
              <a:rPr lang="en-US" sz="1400" err="1">
                <a:latin typeface="Calibri Light"/>
                <a:ea typeface="Calibri"/>
                <a:cs typeface="Arial"/>
              </a:rPr>
              <a:t>MostThreesMade</a:t>
            </a:r>
            <a:endParaRPr lang="en-US" sz="1400">
              <a:latin typeface="Calibri Light"/>
              <a:ea typeface="Calibri"/>
              <a:cs typeface="Arial"/>
            </a:endParaRPr>
          </a:p>
          <a:p>
            <a:r>
              <a:rPr lang="en-US" sz="1400">
                <a:latin typeface="Calibri Light"/>
                <a:ea typeface="Calibri"/>
                <a:cs typeface="Arial"/>
              </a:rPr>
              <a:t>         FROM (Players INNER JOIN Teams ON </a:t>
            </a:r>
            <a:r>
              <a:rPr lang="en-US" sz="1400" err="1">
                <a:latin typeface="Calibri Light"/>
                <a:ea typeface="Calibri"/>
                <a:cs typeface="Arial"/>
              </a:rPr>
              <a:t>Players.TeamID</a:t>
            </a:r>
            <a:r>
              <a:rPr lang="en-US" sz="1400">
                <a:latin typeface="Calibri Light"/>
                <a:ea typeface="Calibri"/>
                <a:cs typeface="Arial"/>
              </a:rPr>
              <a:t> = </a:t>
            </a:r>
            <a:r>
              <a:rPr lang="en-US" sz="1400" err="1">
                <a:latin typeface="Calibri Light"/>
                <a:ea typeface="Calibri"/>
                <a:cs typeface="Arial"/>
              </a:rPr>
              <a:t>Teams.Teams_ID</a:t>
            </a:r>
            <a:r>
              <a:rPr lang="en-US" sz="1400">
                <a:latin typeface="Calibri Light"/>
                <a:ea typeface="Calibri"/>
                <a:cs typeface="Arial"/>
              </a:rPr>
              <a:t>) INNER JOIN          Stats ON </a:t>
            </a:r>
            <a:r>
              <a:rPr lang="en-US" sz="1400" err="1">
                <a:latin typeface="Calibri Light"/>
                <a:ea typeface="Calibri"/>
                <a:cs typeface="Arial"/>
              </a:rPr>
              <a:t>Players.PlayerID</a:t>
            </a:r>
            <a:r>
              <a:rPr lang="en-US" sz="1400">
                <a:latin typeface="Calibri Light"/>
                <a:ea typeface="Calibri"/>
                <a:cs typeface="Arial"/>
              </a:rPr>
              <a:t> = </a:t>
            </a:r>
            <a:r>
              <a:rPr lang="en-US" sz="1400" err="1">
                <a:latin typeface="Calibri Light"/>
                <a:ea typeface="Calibri"/>
                <a:cs typeface="Arial"/>
              </a:rPr>
              <a:t>Stats.PlayerID</a:t>
            </a:r>
            <a:endParaRPr lang="en-US" sz="1400">
              <a:latin typeface="Calibri Light"/>
              <a:ea typeface="Calibri"/>
              <a:cs typeface="Arial"/>
            </a:endParaRPr>
          </a:p>
          <a:p>
            <a:r>
              <a:rPr lang="en-US" sz="1400">
                <a:latin typeface="Calibri Light"/>
                <a:ea typeface="Calibri"/>
                <a:cs typeface="Arial"/>
              </a:rPr>
              <a:t>      WHERE </a:t>
            </a:r>
            <a:r>
              <a:rPr lang="en-US" sz="1400" err="1">
                <a:latin typeface="Calibri Light"/>
                <a:ea typeface="Calibri"/>
                <a:cs typeface="Arial"/>
              </a:rPr>
              <a:t>Teams.Teams</a:t>
            </a:r>
            <a:r>
              <a:rPr lang="en-US" sz="1400">
                <a:latin typeface="Calibri Light"/>
                <a:ea typeface="Calibri"/>
                <a:cs typeface="Arial"/>
              </a:rPr>
              <a:t> = [Enter Team]</a:t>
            </a:r>
          </a:p>
          <a:p>
            <a:r>
              <a:rPr lang="en-US" sz="1400">
                <a:latin typeface="Calibri Light"/>
                <a:ea typeface="Calibri"/>
                <a:cs typeface="Arial"/>
              </a:rPr>
              <a:t>      GROUP BY </a:t>
            </a:r>
            <a:r>
              <a:rPr lang="en-US" sz="1400" err="1">
                <a:latin typeface="Calibri Light"/>
                <a:ea typeface="Calibri"/>
                <a:cs typeface="Arial"/>
              </a:rPr>
              <a:t>Players.PlayerName</a:t>
            </a:r>
            <a:r>
              <a:rPr lang="en-US" sz="1400">
                <a:latin typeface="Calibri Light"/>
                <a:ea typeface="Calibri"/>
                <a:cs typeface="Arial"/>
              </a:rPr>
              <a:t>, </a:t>
            </a:r>
            <a:r>
              <a:rPr lang="en-US" sz="1400" err="1">
                <a:latin typeface="Calibri Light"/>
                <a:ea typeface="Calibri"/>
                <a:cs typeface="Arial"/>
              </a:rPr>
              <a:t>Teams.Teams</a:t>
            </a:r>
            <a:endParaRPr lang="en-US" sz="1400">
              <a:latin typeface="Calibri Light"/>
              <a:ea typeface="Calibri"/>
              <a:cs typeface="Arial"/>
            </a:endParaRPr>
          </a:p>
          <a:p>
            <a:r>
              <a:rPr lang="en-US" sz="1400">
                <a:latin typeface="Calibri Light"/>
                <a:ea typeface="Calibri"/>
                <a:cs typeface="Arial"/>
              </a:rPr>
              <a:t>      ORDER BY </a:t>
            </a:r>
            <a:r>
              <a:rPr lang="en-US" sz="1400" err="1">
                <a:latin typeface="Calibri Light"/>
                <a:ea typeface="Calibri"/>
                <a:cs typeface="Arial"/>
              </a:rPr>
              <a:t>MostThreesMade</a:t>
            </a:r>
            <a:r>
              <a:rPr lang="en-US" sz="1400">
                <a:latin typeface="Calibri Light"/>
                <a:ea typeface="Calibri"/>
                <a:cs typeface="Arial"/>
              </a:rPr>
              <a:t> DESC;</a:t>
            </a:r>
          </a:p>
        </p:txBody>
      </p:sp>
    </p:spTree>
    <p:extLst>
      <p:ext uri="{BB962C8B-B14F-4D97-AF65-F5344CB8AC3E}">
        <p14:creationId xmlns:p14="http://schemas.microsoft.com/office/powerpoint/2010/main" val="504265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FA7832-3633-0697-D542-1A3A391B9567}"/>
              </a:ext>
            </a:extLst>
          </p:cNvPr>
          <p:cNvSpPr>
            <a:spLocks noGrp="1"/>
          </p:cNvSpPr>
          <p:nvPr>
            <p:ph type="title"/>
          </p:nvPr>
        </p:nvSpPr>
        <p:spPr>
          <a:xfrm>
            <a:off x="1371599" y="294538"/>
            <a:ext cx="9895951" cy="1033669"/>
          </a:xfrm>
        </p:spPr>
        <p:txBody>
          <a:bodyPr>
            <a:normAutofit/>
          </a:bodyPr>
          <a:lstStyle/>
          <a:p>
            <a:pPr algn="ctr"/>
            <a:r>
              <a:rPr lang="en-US" sz="4000" b="1">
                <a:solidFill>
                  <a:srgbClr val="FFFFFF"/>
                </a:solidFill>
                <a:latin typeface="Calibri Light"/>
                <a:ea typeface="Calibri Light"/>
                <a:cs typeface="Calibri Light"/>
              </a:rPr>
              <a:t>Queries</a:t>
            </a:r>
            <a:r>
              <a:rPr lang="en-US" sz="4000" b="1" i="0" u="none" strike="noStrike" baseline="0">
                <a:solidFill>
                  <a:srgbClr val="FFFFFF"/>
                </a:solidFill>
                <a:latin typeface="Calibri Light"/>
                <a:ea typeface="Calibri Light"/>
                <a:cs typeface="Calibri Light"/>
              </a:rPr>
              <a:t> Across </a:t>
            </a:r>
            <a:r>
              <a:rPr lang="en-US" sz="4000" b="1">
                <a:solidFill>
                  <a:srgbClr val="FFFFFF"/>
                </a:solidFill>
                <a:latin typeface="Calibri Light"/>
                <a:ea typeface="Calibri Light"/>
                <a:cs typeface="Calibri Light"/>
              </a:rPr>
              <a:t>Four Tables</a:t>
            </a:r>
            <a:r>
              <a:rPr lang="en-US" sz="4000" b="0" i="0">
                <a:solidFill>
                  <a:srgbClr val="FFFFFF"/>
                </a:solidFill>
                <a:latin typeface="Calibri Light"/>
                <a:ea typeface="Calibri Light"/>
                <a:cs typeface="Calibri Light"/>
              </a:rPr>
              <a:t>​</a:t>
            </a:r>
            <a:endParaRPr lang="en-US" sz="4000">
              <a:solidFill>
                <a:srgbClr val="FFFFFF"/>
              </a:solidFill>
              <a:ea typeface="Calibri Light"/>
              <a:cs typeface="Calibri Light"/>
            </a:endParaRPr>
          </a:p>
        </p:txBody>
      </p:sp>
      <p:sp>
        <p:nvSpPr>
          <p:cNvPr id="3" name="Content Placeholder 2">
            <a:extLst>
              <a:ext uri="{FF2B5EF4-FFF2-40B4-BE49-F238E27FC236}">
                <a16:creationId xmlns:a16="http://schemas.microsoft.com/office/drawing/2014/main" id="{32CEE335-C725-9C97-27B8-5B7A617A7FA7}"/>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spcBef>
                <a:spcPts val="0"/>
              </a:spcBef>
              <a:buNone/>
            </a:pPr>
            <a:r>
              <a:rPr lang="en-US" sz="1400" b="1" u="sng">
                <a:latin typeface="Calibri Light"/>
                <a:ea typeface="+mn-lt"/>
                <a:cs typeface="+mn-lt"/>
              </a:rPr>
              <a:t>Retrieves the highest points per game across the entire league:</a:t>
            </a:r>
            <a:r>
              <a:rPr lang="en-US" sz="1400" b="1" u="sng">
                <a:latin typeface="Calibri Light"/>
                <a:ea typeface="Calibri Light"/>
                <a:cs typeface="Calibri Light"/>
              </a:rPr>
              <a:t> </a:t>
            </a:r>
          </a:p>
          <a:p>
            <a:pPr marL="0" indent="0">
              <a:spcBef>
                <a:spcPts val="0"/>
              </a:spcBef>
              <a:buNone/>
            </a:pPr>
            <a:endParaRPr lang="en-US" sz="1400" b="1" u="sng">
              <a:latin typeface="Calibri Light"/>
              <a:ea typeface="Calibri Light"/>
              <a:cs typeface="Calibri Light"/>
            </a:endParaRPr>
          </a:p>
          <a:p>
            <a:pPr marL="0" indent="0">
              <a:spcBef>
                <a:spcPts val="0"/>
              </a:spcBef>
              <a:buNone/>
            </a:pPr>
            <a:r>
              <a:rPr lang="en-US" sz="1400" b="1">
                <a:latin typeface="Calibri Light"/>
                <a:ea typeface="Calibri Light"/>
                <a:cs typeface="Calibri Light"/>
              </a:rPr>
              <a:t> </a:t>
            </a:r>
            <a:r>
              <a:rPr lang="en-US" sz="1400" b="1" u="sng">
                <a:solidFill>
                  <a:srgbClr val="FF0000"/>
                </a:solidFill>
                <a:latin typeface="Calibri Light"/>
                <a:ea typeface="Calibri Light"/>
                <a:cs typeface="Calibri Light"/>
              </a:rPr>
              <a:t>SQL:</a:t>
            </a:r>
            <a:r>
              <a:rPr lang="en-US" sz="1400" b="1">
                <a:solidFill>
                  <a:srgbClr val="FF0000"/>
                </a:solidFill>
                <a:latin typeface="Calibri Light"/>
                <a:ea typeface="Calibri Light"/>
                <a:cs typeface="Calibri Light"/>
              </a:rPr>
              <a:t> </a:t>
            </a:r>
            <a:endParaRPr lang="en-US" sz="1400">
              <a:solidFill>
                <a:srgbClr val="FF0000"/>
              </a:solidFill>
              <a:latin typeface="Calibri Light"/>
              <a:ea typeface="Calibri Light"/>
              <a:cs typeface="Calibri Light"/>
            </a:endParaRPr>
          </a:p>
          <a:p>
            <a:pPr marL="0" indent="0">
              <a:buNone/>
            </a:pPr>
            <a:r>
              <a:rPr lang="en-US" sz="1400">
                <a:latin typeface="Calibri Light"/>
                <a:ea typeface="Calibri Light"/>
                <a:cs typeface="Calibri Light"/>
              </a:rPr>
              <a:t>   </a:t>
            </a:r>
            <a:r>
              <a:rPr lang="en-US" sz="1400">
                <a:latin typeface="Calibri Light"/>
                <a:ea typeface="Calibri Light"/>
                <a:cs typeface="Segoe UI"/>
              </a:rPr>
              <a:t>SELECT: </a:t>
            </a:r>
            <a:r>
              <a:rPr lang="en-US" sz="1400" err="1">
                <a:latin typeface="Calibri Light"/>
                <a:ea typeface="Calibri Light"/>
                <a:cs typeface="Segoe UI"/>
              </a:rPr>
              <a:t>Players.PlayerName</a:t>
            </a:r>
            <a:r>
              <a:rPr lang="en-US" sz="1400">
                <a:latin typeface="Calibri Light"/>
                <a:ea typeface="Calibri Light"/>
                <a:cs typeface="Segoe UI"/>
              </a:rPr>
              <a:t>, </a:t>
            </a:r>
            <a:r>
              <a:rPr lang="en-US" sz="1400" err="1">
                <a:latin typeface="Calibri Light"/>
                <a:ea typeface="Calibri Light"/>
                <a:cs typeface="Segoe UI"/>
              </a:rPr>
              <a:t>League.Conference</a:t>
            </a:r>
            <a:r>
              <a:rPr lang="en-US" sz="1400">
                <a:latin typeface="Calibri Light"/>
                <a:ea typeface="Calibri Light"/>
                <a:cs typeface="Segoe UI"/>
              </a:rPr>
              <a:t>, </a:t>
            </a:r>
            <a:r>
              <a:rPr lang="en-US" sz="1400" err="1">
                <a:latin typeface="Calibri Light"/>
                <a:ea typeface="Calibri Light"/>
                <a:cs typeface="Segoe UI"/>
              </a:rPr>
              <a:t>Teams.Teams</a:t>
            </a:r>
            <a:r>
              <a:rPr lang="en-US" sz="1400">
                <a:latin typeface="Calibri Light"/>
                <a:ea typeface="Calibri Light"/>
                <a:cs typeface="Segoe UI"/>
              </a:rPr>
              <a:t>, </a:t>
            </a:r>
            <a:r>
              <a:rPr lang="en-US" sz="1400" err="1">
                <a:latin typeface="Calibri Light"/>
                <a:ea typeface="Calibri Light"/>
                <a:cs typeface="Segoe UI"/>
              </a:rPr>
              <a:t>Stats.PointsPerGame</a:t>
            </a:r>
            <a:endParaRPr lang="en-US" sz="1400">
              <a:latin typeface="Calibri Light"/>
              <a:ea typeface="Calibri Light"/>
              <a:cs typeface="Segoe UI"/>
            </a:endParaRPr>
          </a:p>
          <a:p>
            <a:pPr marL="0" indent="0">
              <a:buNone/>
            </a:pPr>
            <a:r>
              <a:rPr lang="en-US" sz="1400">
                <a:latin typeface="Calibri Light"/>
                <a:ea typeface="Calibri Light"/>
                <a:cs typeface="Segoe UI"/>
              </a:rPr>
              <a:t>   FROM: ((Players INNER JOIN Stats ON </a:t>
            </a:r>
            <a:r>
              <a:rPr lang="en-US" sz="1400" err="1">
                <a:latin typeface="Calibri Light"/>
                <a:ea typeface="Calibri Light"/>
                <a:cs typeface="Segoe UI"/>
              </a:rPr>
              <a:t>Players.PlayerID</a:t>
            </a:r>
            <a:r>
              <a:rPr lang="en-US" sz="1400">
                <a:latin typeface="Calibri Light"/>
                <a:ea typeface="Calibri Light"/>
                <a:cs typeface="Segoe UI"/>
              </a:rPr>
              <a:t> = </a:t>
            </a:r>
            <a:r>
              <a:rPr lang="en-US" sz="1400" err="1">
                <a:latin typeface="Calibri Light"/>
                <a:ea typeface="Calibri Light"/>
                <a:cs typeface="Segoe UI"/>
              </a:rPr>
              <a:t>Stats.PlayerID</a:t>
            </a:r>
            <a:r>
              <a:rPr lang="en-US" sz="1400">
                <a:latin typeface="Calibri Light"/>
                <a:ea typeface="Calibri Light"/>
                <a:cs typeface="Segoe UI"/>
              </a:rPr>
              <a:t>) INNER JOIN (League INNER JOIN Teams ON        </a:t>
            </a:r>
            <a:r>
              <a:rPr lang="en-US" sz="1400" err="1">
                <a:latin typeface="Calibri Light"/>
                <a:ea typeface="Calibri Light"/>
                <a:cs typeface="Segoe UI"/>
              </a:rPr>
              <a:t>League.ConferenceID</a:t>
            </a:r>
            <a:r>
              <a:rPr lang="en-US" sz="1400">
                <a:latin typeface="Calibri Light"/>
                <a:ea typeface="Calibri Light"/>
                <a:cs typeface="Segoe UI"/>
              </a:rPr>
              <a:t> = </a:t>
            </a:r>
            <a:r>
              <a:rPr lang="en-US" sz="1400" err="1">
                <a:latin typeface="Calibri Light"/>
                <a:ea typeface="Calibri Light"/>
                <a:cs typeface="Segoe UI"/>
              </a:rPr>
              <a:t>Teams.ConfrenceID</a:t>
            </a:r>
            <a:r>
              <a:rPr lang="en-US" sz="1400">
                <a:latin typeface="Calibri Light"/>
                <a:ea typeface="Calibri Light"/>
                <a:cs typeface="Segoe UI"/>
              </a:rPr>
              <a:t>) ON </a:t>
            </a:r>
            <a:r>
              <a:rPr lang="en-US" sz="1400" err="1">
                <a:latin typeface="Calibri Light"/>
                <a:ea typeface="Calibri Light"/>
                <a:cs typeface="Segoe UI"/>
              </a:rPr>
              <a:t>Players.TeamsID</a:t>
            </a:r>
            <a:r>
              <a:rPr lang="en-US" sz="1400">
                <a:latin typeface="Calibri Light"/>
                <a:ea typeface="Calibri Light"/>
                <a:cs typeface="Segoe UI"/>
              </a:rPr>
              <a:t> = </a:t>
            </a:r>
            <a:r>
              <a:rPr lang="en-US" sz="1400" err="1">
                <a:latin typeface="Calibri Light"/>
                <a:ea typeface="Calibri Light"/>
                <a:cs typeface="Segoe UI"/>
              </a:rPr>
              <a:t>Teams.Teams</a:t>
            </a:r>
            <a:r>
              <a:rPr lang="en-US" sz="1400">
                <a:latin typeface="Calibri Light"/>
                <a:ea typeface="Calibri Light"/>
                <a:cs typeface="Segoe UI"/>
              </a:rPr>
              <a:t>) INNER JOIN Coaches ON        </a:t>
            </a:r>
            <a:r>
              <a:rPr lang="en-US" sz="1400" err="1">
                <a:latin typeface="Calibri Light"/>
                <a:ea typeface="Calibri Light"/>
                <a:cs typeface="Segoe UI"/>
              </a:rPr>
              <a:t>Teams.TeamsID</a:t>
            </a:r>
            <a:r>
              <a:rPr lang="en-US" sz="1400">
                <a:latin typeface="Calibri Light"/>
                <a:ea typeface="Calibri Light"/>
                <a:cs typeface="Segoe UI"/>
              </a:rPr>
              <a:t>= </a:t>
            </a:r>
            <a:r>
              <a:rPr lang="en-US" sz="1400" err="1">
                <a:latin typeface="Calibri Light"/>
                <a:ea typeface="Calibri Light"/>
                <a:cs typeface="Segoe UI"/>
              </a:rPr>
              <a:t>Coaches.TeamsID</a:t>
            </a:r>
            <a:r>
              <a:rPr lang="en-US" sz="1400">
                <a:latin typeface="Calibri Light"/>
                <a:ea typeface="Calibri Light"/>
                <a:cs typeface="Segoe UI"/>
              </a:rPr>
              <a:t>;</a:t>
            </a:r>
          </a:p>
          <a:p>
            <a:pPr>
              <a:buNone/>
            </a:pPr>
            <a:endParaRPr lang="en-US" sz="1400">
              <a:latin typeface="Calibri Light"/>
              <a:ea typeface="Calibri Light"/>
              <a:cs typeface="Segoe UI"/>
            </a:endParaRPr>
          </a:p>
          <a:p>
            <a:pPr marL="0" indent="0">
              <a:buNone/>
            </a:pPr>
            <a:endParaRPr lang="en-US" sz="2000">
              <a:latin typeface="Calibri Light"/>
              <a:ea typeface="Calibri Light"/>
              <a:cs typeface="Calibri Light"/>
            </a:endParaRPr>
          </a:p>
        </p:txBody>
      </p:sp>
    </p:spTree>
    <p:extLst>
      <p:ext uri="{BB962C8B-B14F-4D97-AF65-F5344CB8AC3E}">
        <p14:creationId xmlns:p14="http://schemas.microsoft.com/office/powerpoint/2010/main" val="3438639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ea typeface="Calibri"/>
                <a:cs typeface="Calibri"/>
              </a:rPr>
              <a:t> </a:t>
            </a:r>
            <a:endParaRPr lang="en-US"/>
          </a:p>
        </p:txBody>
      </p:sp>
      <p:sp>
        <p:nvSpPr>
          <p:cNvPr id="29" name="Rectangle 2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E2C313-2732-7C48-1717-9C48EC03D3BC}"/>
              </a:ext>
            </a:extLst>
          </p:cNvPr>
          <p:cNvSpPr>
            <a:spLocks noGrp="1"/>
          </p:cNvSpPr>
          <p:nvPr>
            <p:ph type="title"/>
          </p:nvPr>
        </p:nvSpPr>
        <p:spPr>
          <a:xfrm>
            <a:off x="1371599" y="294538"/>
            <a:ext cx="9895951" cy="1033669"/>
          </a:xfrm>
        </p:spPr>
        <p:txBody>
          <a:bodyPr>
            <a:normAutofit/>
          </a:bodyPr>
          <a:lstStyle/>
          <a:p>
            <a:pPr algn="ctr"/>
            <a:r>
              <a:rPr lang="en-US" sz="4000" b="1">
                <a:solidFill>
                  <a:srgbClr val="FFFFFF"/>
                </a:solidFill>
                <a:ea typeface="Calibri Light"/>
                <a:cs typeface="Calibri Light"/>
              </a:rPr>
              <a:t>Queries Across Five Tables </a:t>
            </a:r>
          </a:p>
          <a:p>
            <a:pPr algn="ctr"/>
            <a:endParaRPr lang="en-US" sz="4000">
              <a:solidFill>
                <a:srgbClr val="FFFFFF"/>
              </a:solidFill>
              <a:ea typeface="Calibri Light"/>
              <a:cs typeface="Calibri Light"/>
            </a:endParaRPr>
          </a:p>
        </p:txBody>
      </p:sp>
      <p:sp>
        <p:nvSpPr>
          <p:cNvPr id="5" name="Content Placeholder 2">
            <a:extLst>
              <a:ext uri="{FF2B5EF4-FFF2-40B4-BE49-F238E27FC236}">
                <a16:creationId xmlns:a16="http://schemas.microsoft.com/office/drawing/2014/main" id="{B590D710-82D4-46CD-EA93-6E24B91A3C16}"/>
              </a:ext>
            </a:extLst>
          </p:cNvPr>
          <p:cNvSpPr>
            <a:spLocks noGrp="1"/>
          </p:cNvSpPr>
          <p:nvPr>
            <p:ph idx="1"/>
          </p:nvPr>
        </p:nvSpPr>
        <p:spPr>
          <a:xfrm>
            <a:off x="1371599" y="2318197"/>
            <a:ext cx="9724031" cy="3683358"/>
          </a:xfrm>
        </p:spPr>
        <p:txBody>
          <a:bodyPr vert="horz" lIns="91440" tIns="45720" rIns="91440" bIns="45720" rtlCol="0" anchor="ctr">
            <a:normAutofit/>
          </a:bodyPr>
          <a:lstStyle/>
          <a:p>
            <a:pPr marL="0" indent="0">
              <a:spcBef>
                <a:spcPts val="0"/>
              </a:spcBef>
              <a:buNone/>
            </a:pPr>
            <a:r>
              <a:rPr lang="en-US" sz="1400" b="1" u="sng">
                <a:latin typeface="Calibri Light"/>
                <a:ea typeface="Calibri Light"/>
                <a:cs typeface="Calibri Light"/>
              </a:rPr>
              <a:t>Retrieves all data for every player in the league:</a:t>
            </a:r>
          </a:p>
          <a:p>
            <a:pPr marL="0" indent="0">
              <a:spcBef>
                <a:spcPts val="0"/>
              </a:spcBef>
              <a:buNone/>
            </a:pPr>
            <a:endParaRPr lang="en-US" sz="2000" b="1" u="sng">
              <a:latin typeface="Calibri Light"/>
              <a:ea typeface="Calibri Light"/>
              <a:cs typeface="Calibri Light"/>
            </a:endParaRPr>
          </a:p>
          <a:p>
            <a:pPr marL="0" indent="0">
              <a:spcBef>
                <a:spcPts val="0"/>
              </a:spcBef>
              <a:buNone/>
            </a:pPr>
            <a:r>
              <a:rPr lang="en-US" sz="2000" b="1">
                <a:latin typeface="Calibri Light"/>
                <a:ea typeface="Calibri Light"/>
                <a:cs typeface="Calibri Light"/>
              </a:rPr>
              <a:t> </a:t>
            </a:r>
            <a:r>
              <a:rPr lang="en-US" sz="1400" b="1" u="sng">
                <a:solidFill>
                  <a:srgbClr val="FF0000"/>
                </a:solidFill>
                <a:latin typeface="Calibri Light"/>
                <a:ea typeface="Calibri Light"/>
                <a:cs typeface="Calibri Light"/>
              </a:rPr>
              <a:t>SQL: </a:t>
            </a:r>
          </a:p>
          <a:p>
            <a:pPr marL="0" indent="0">
              <a:buNone/>
            </a:pPr>
            <a:r>
              <a:rPr lang="en-US" sz="2000" b="1">
                <a:latin typeface="Calibri Light"/>
                <a:ea typeface="Calibri Light"/>
                <a:cs typeface="Calibri Light"/>
              </a:rPr>
              <a:t>   </a:t>
            </a:r>
            <a:r>
              <a:rPr lang="en-US" sz="1400">
                <a:latin typeface="Calibri Light"/>
                <a:ea typeface="Calibri Light"/>
                <a:cs typeface="Calibri Light"/>
              </a:rPr>
              <a:t>SELECT </a:t>
            </a:r>
            <a:r>
              <a:rPr lang="en-US" sz="1400" err="1">
                <a:latin typeface="Calibri Light"/>
                <a:ea typeface="Calibri Light"/>
                <a:cs typeface="Calibri Light"/>
              </a:rPr>
              <a:t>Players.PlayerName</a:t>
            </a:r>
            <a:r>
              <a:rPr lang="en-US" sz="1400">
                <a:latin typeface="Calibri Light"/>
                <a:ea typeface="Calibri Light"/>
                <a:cs typeface="Calibri Light"/>
              </a:rPr>
              <a:t>, </a:t>
            </a:r>
            <a:r>
              <a:rPr lang="en-US" sz="1400" err="1">
                <a:latin typeface="Calibri Light"/>
                <a:ea typeface="Calibri Light"/>
                <a:cs typeface="Calibri Light"/>
              </a:rPr>
              <a:t>Coaches.CoachName</a:t>
            </a:r>
            <a:r>
              <a:rPr lang="en-US" sz="1400">
                <a:latin typeface="Calibri Light"/>
                <a:ea typeface="Calibri Light"/>
                <a:cs typeface="Calibri Light"/>
              </a:rPr>
              <a:t>, </a:t>
            </a:r>
            <a:r>
              <a:rPr lang="en-US" sz="1400" err="1">
                <a:latin typeface="Calibri Light"/>
                <a:ea typeface="Calibri Light"/>
                <a:cs typeface="Calibri Light"/>
              </a:rPr>
              <a:t>Teams.Teams</a:t>
            </a:r>
            <a:r>
              <a:rPr lang="en-US" sz="1400">
                <a:latin typeface="Calibri Light"/>
                <a:ea typeface="Calibri Light"/>
                <a:cs typeface="Calibri Light"/>
              </a:rPr>
              <a:t>,  </a:t>
            </a:r>
            <a:r>
              <a:rPr lang="en-US" sz="1400" err="1">
                <a:latin typeface="Calibri Light"/>
                <a:ea typeface="Calibri Light"/>
                <a:cs typeface="Calibri Light"/>
              </a:rPr>
              <a:t>League.Conference</a:t>
            </a:r>
            <a:r>
              <a:rPr lang="en-US" sz="1400">
                <a:latin typeface="Calibri Light"/>
                <a:ea typeface="Calibri Light"/>
                <a:cs typeface="Calibri Light"/>
              </a:rPr>
              <a:t>, </a:t>
            </a:r>
            <a:r>
              <a:rPr lang="en-US" sz="1400" err="1">
                <a:latin typeface="Calibri Light"/>
                <a:ea typeface="Calibri Light"/>
                <a:cs typeface="Calibri Light"/>
              </a:rPr>
              <a:t>Stats.FieldGoalPerGame</a:t>
            </a:r>
            <a:endParaRPr lang="en-US" sz="1400">
              <a:latin typeface="Calibri Light"/>
              <a:ea typeface="Calibri Light"/>
              <a:cs typeface="Calibri Light"/>
            </a:endParaRPr>
          </a:p>
          <a:p>
            <a:pPr>
              <a:buNone/>
            </a:pPr>
            <a:r>
              <a:rPr lang="en-US" sz="1400">
                <a:latin typeface="Calibri Light"/>
                <a:ea typeface="Calibri Light"/>
                <a:cs typeface="Calibri Light"/>
              </a:rPr>
              <a:t>    FROM ((Players INNER JOIN Stats ON </a:t>
            </a:r>
            <a:r>
              <a:rPr lang="en-US" sz="1400" err="1">
                <a:latin typeface="Calibri Light"/>
                <a:ea typeface="Calibri Light"/>
                <a:cs typeface="Calibri Light"/>
              </a:rPr>
              <a:t>Players.PlayerID</a:t>
            </a:r>
            <a:r>
              <a:rPr lang="en-US" sz="1400">
                <a:latin typeface="Calibri Light"/>
                <a:ea typeface="Calibri Light"/>
                <a:cs typeface="Calibri Light"/>
              </a:rPr>
              <a:t> = </a:t>
            </a:r>
            <a:r>
              <a:rPr lang="en-US" sz="1400" err="1">
                <a:latin typeface="Calibri Light"/>
                <a:ea typeface="Calibri Light"/>
                <a:cs typeface="Calibri Light"/>
              </a:rPr>
              <a:t>Stats.PlayerID</a:t>
            </a:r>
            <a:r>
              <a:rPr lang="en-US" sz="1400">
                <a:latin typeface="Calibri Light"/>
                <a:ea typeface="Calibri Light"/>
                <a:cs typeface="Calibri Light"/>
              </a:rPr>
              <a:t>) INNER JOIN (League INNER JOIN Teams ON </a:t>
            </a:r>
            <a:r>
              <a:rPr lang="en-US" sz="1400" err="1">
                <a:latin typeface="Calibri Light"/>
                <a:ea typeface="Calibri Light"/>
                <a:cs typeface="Calibri Light"/>
              </a:rPr>
              <a:t>League.ConferenceID</a:t>
            </a:r>
            <a:r>
              <a:rPr lang="en-US" sz="1400">
                <a:latin typeface="Calibri Light"/>
                <a:ea typeface="Calibri Light"/>
                <a:cs typeface="Calibri Light"/>
              </a:rPr>
              <a:t> = </a:t>
            </a:r>
            <a:r>
              <a:rPr lang="en-US" sz="1400" err="1">
                <a:latin typeface="Calibri Light"/>
                <a:ea typeface="Calibri Light"/>
                <a:cs typeface="Calibri Light"/>
              </a:rPr>
              <a:t>Teams.ConfrenceID</a:t>
            </a:r>
            <a:r>
              <a:rPr lang="en-US" sz="1400">
                <a:latin typeface="Calibri Light"/>
                <a:ea typeface="Calibri Light"/>
                <a:cs typeface="Calibri Light"/>
              </a:rPr>
              <a:t>) ON </a:t>
            </a:r>
            <a:r>
              <a:rPr lang="en-US" sz="1400" err="1">
                <a:latin typeface="Calibri Light"/>
                <a:ea typeface="Calibri Light"/>
                <a:cs typeface="Calibri Light"/>
              </a:rPr>
              <a:t>Players.TeamsID</a:t>
            </a:r>
            <a:r>
              <a:rPr lang="en-US" sz="1400">
                <a:latin typeface="Calibri Light"/>
                <a:ea typeface="Calibri Light"/>
                <a:cs typeface="Calibri Light"/>
              </a:rPr>
              <a:t> = </a:t>
            </a:r>
            <a:r>
              <a:rPr lang="en-US" sz="1400" err="1">
                <a:latin typeface="Calibri Light"/>
                <a:ea typeface="Calibri Light"/>
                <a:cs typeface="Calibri Light"/>
              </a:rPr>
              <a:t>Teams.Teams</a:t>
            </a:r>
            <a:r>
              <a:rPr lang="en-US" sz="1400">
                <a:latin typeface="Calibri Light"/>
                <a:ea typeface="Calibri Light"/>
                <a:cs typeface="Calibri Light"/>
              </a:rPr>
              <a:t>) INNER JOIN Coaches ON </a:t>
            </a:r>
            <a:r>
              <a:rPr lang="en-US" sz="1400" err="1">
                <a:latin typeface="Calibri Light"/>
                <a:ea typeface="Calibri Light"/>
                <a:cs typeface="Calibri Light"/>
              </a:rPr>
              <a:t>Teams.TeamsID</a:t>
            </a:r>
            <a:r>
              <a:rPr lang="en-US" sz="1400">
                <a:latin typeface="Calibri Light"/>
                <a:ea typeface="Calibri Light"/>
                <a:cs typeface="Calibri Light"/>
              </a:rPr>
              <a:t> = </a:t>
            </a:r>
            <a:r>
              <a:rPr lang="en-US" sz="1400" err="1">
                <a:latin typeface="Calibri Light"/>
                <a:ea typeface="Calibri Light"/>
                <a:cs typeface="Calibri Light"/>
              </a:rPr>
              <a:t>Coaches.TeamsID</a:t>
            </a:r>
            <a:r>
              <a:rPr lang="en-US" sz="1400">
                <a:latin typeface="Calibri Light"/>
                <a:ea typeface="Calibri Light"/>
                <a:cs typeface="Calibri Light"/>
              </a:rPr>
              <a:t>;</a:t>
            </a:r>
          </a:p>
          <a:p>
            <a:pPr marL="0" indent="0">
              <a:buNone/>
            </a:pPr>
            <a:endParaRPr lang="en-US" sz="1400">
              <a:latin typeface="Calibri Light"/>
              <a:ea typeface="Calibri Light"/>
              <a:cs typeface="Calibri Light"/>
            </a:endParaRPr>
          </a:p>
          <a:p>
            <a:pPr>
              <a:buNone/>
            </a:pPr>
            <a:endParaRPr lang="en-US" sz="1400" b="1" u="sng">
              <a:latin typeface="Calibri Light"/>
              <a:ea typeface="Calibri Light"/>
              <a:cs typeface="Calibri Light"/>
            </a:endParaRPr>
          </a:p>
          <a:p>
            <a:pPr marL="0" indent="0">
              <a:buNone/>
            </a:pPr>
            <a:endParaRPr lang="en-US" sz="2000" b="1">
              <a:latin typeface="Calibri Light"/>
              <a:ea typeface="Calibri Light"/>
              <a:cs typeface="Calibri Light"/>
            </a:endParaRPr>
          </a:p>
        </p:txBody>
      </p:sp>
    </p:spTree>
    <p:extLst>
      <p:ext uri="{BB962C8B-B14F-4D97-AF65-F5344CB8AC3E}">
        <p14:creationId xmlns:p14="http://schemas.microsoft.com/office/powerpoint/2010/main" val="616311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9" name="Rectangle 6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79B2A0-A867-9D16-08C4-ADB338BE77A6}"/>
              </a:ext>
            </a:extLst>
          </p:cNvPr>
          <p:cNvSpPr>
            <a:spLocks noGrp="1"/>
          </p:cNvSpPr>
          <p:nvPr>
            <p:ph type="title"/>
          </p:nvPr>
        </p:nvSpPr>
        <p:spPr>
          <a:xfrm>
            <a:off x="466722" y="586855"/>
            <a:ext cx="3201366" cy="3387497"/>
          </a:xfrm>
        </p:spPr>
        <p:txBody>
          <a:bodyPr vert="horz" lIns="91440" tIns="45720" rIns="91440" bIns="45720" rtlCol="0" anchor="ctr">
            <a:normAutofit/>
          </a:bodyPr>
          <a:lstStyle/>
          <a:p>
            <a:pPr algn="ctr"/>
            <a:r>
              <a:rPr lang="en-US" sz="4000" b="1">
                <a:solidFill>
                  <a:srgbClr val="FFFFFF"/>
                </a:solidFill>
                <a:cs typeface="Calibri Light"/>
              </a:rPr>
              <a:t>Summary</a:t>
            </a:r>
            <a:endParaRPr lang="en-US" b="1">
              <a:ea typeface="Calibri Light"/>
              <a:cs typeface="Calibri Light"/>
            </a:endParaRPr>
          </a:p>
        </p:txBody>
      </p:sp>
      <p:sp>
        <p:nvSpPr>
          <p:cNvPr id="3" name="Content Placeholder 2">
            <a:extLst>
              <a:ext uri="{FF2B5EF4-FFF2-40B4-BE49-F238E27FC236}">
                <a16:creationId xmlns:a16="http://schemas.microsoft.com/office/drawing/2014/main" id="{E0C71491-65AB-7B63-752C-5622E268BE7C}"/>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000">
                <a:ea typeface="Calibri"/>
                <a:cs typeface="Calibri"/>
              </a:rPr>
              <a:t>To conclude this project, our presentation has demonstrated our ability to retrieve all data within the NBA.</a:t>
            </a:r>
          </a:p>
        </p:txBody>
      </p:sp>
    </p:spTree>
    <p:extLst>
      <p:ext uri="{BB962C8B-B14F-4D97-AF65-F5344CB8AC3E}">
        <p14:creationId xmlns:p14="http://schemas.microsoft.com/office/powerpoint/2010/main" val="1092805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Group 3 </vt:lpstr>
      <vt:lpstr>Topic:  National Basketball Association  (Basketball Database)</vt:lpstr>
      <vt:lpstr>Narrative Description</vt:lpstr>
      <vt:lpstr>Relational Schema for Entities and Relationships.</vt:lpstr>
      <vt:lpstr>League Table, Attributes with Keys</vt:lpstr>
      <vt:lpstr>Coaches Table, Attributes with Keys</vt:lpstr>
      <vt:lpstr>Team Table, Attributes with Keys</vt:lpstr>
      <vt:lpstr>Players Table, Attributes with Keys</vt:lpstr>
      <vt:lpstr>Stats Table, Attributes with Keys</vt:lpstr>
      <vt:lpstr>Logical and Physical Modeling </vt:lpstr>
      <vt:lpstr>SQL Queries</vt:lpstr>
      <vt:lpstr>All Queries Across Two Tables</vt:lpstr>
      <vt:lpstr>All Queries Across Three Tables</vt:lpstr>
      <vt:lpstr>Queries Across Four Tables​</vt:lpstr>
      <vt:lpstr>Queries Across Five Tables  </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3</dc:title>
  <dc:creator>Khondker, Misal S</dc:creator>
  <cp:revision>6</cp:revision>
  <dcterms:created xsi:type="dcterms:W3CDTF">2024-04-22T16:21:05Z</dcterms:created>
  <dcterms:modified xsi:type="dcterms:W3CDTF">2025-02-04T17:47:43Z</dcterms:modified>
</cp:coreProperties>
</file>